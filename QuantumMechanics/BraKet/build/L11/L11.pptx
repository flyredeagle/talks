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8BDF8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Operators, Mixed States &amp; Partial Trace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ρ, Tr(ρA), Bloch sphere, open quantum systems preview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Operators, Mixed States &amp; Partial Trace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Pure vs mixed states; ρ = Σᵢ pᵢ|ψᵢ⟩⟨ψᵢ|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⟨Â⟩ = Tr(ρÂ); properties of 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Partial trace; reduced density matrices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Bloch sphere for spin-1/2; purity Tr(ρ²)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density operator for ensembles and reduced states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expectation values via Tr(ρÂ)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partial trace to obtain subsystem density matrix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pure (Tr(ρ²)=1) from mixed (Tr(ρ²)&lt;1) states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ignorance vs quantum spread — conceptual distinction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trace in matrix form; verify ρ properties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vs mixed; Bloch vector parameterization of 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 operators; CPTP maps preview; quantum channels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systems, master equations; quantum error correction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Write ρ for the equal-weight mixture of |+z⟩ and |−z⟩; compute Tr(ρ²) · Compute ⟨σᵤ⟩ = Tr(ρσᵤ) for a given 2×2 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Compute ρ_A = Tr_B(|Φ+⟩⟨Φ+|) for a Bell state; interpret purity · Show that reduced state of any pure entangled state is mixed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Density Operators, Mixed States &amp; Partial Trace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ρ, Tr(ρA), Bloch sphere, open quantum systems preview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density operator for ensembles and reduced states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expectation values via Tr(ρÂ)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partial trace to obtain subsystem density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pure (Tr(ρ²)=1) from mixed (Tr(ρ²)&lt;1) states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op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rho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properties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rho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98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985760" y="3726180"/>
            <a:ext cx="64008" cy="27020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5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0352" y="4073652"/>
            <a:ext cx="3480816" cy="22997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L11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between statistical mixture and quantum superposition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 of a product ≠ product of traces in general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Partial trace order matters: Tr_B ≠ Tr_A in general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(1927) — density matrix formalism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Landau (1927) — density matrix for subsystems (independently)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Kraus (1971) — operator-sum (Kraus) representation of channels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Write ρ for the equal-weight mixture of |+z⟩ and |−z⟩; compute Tr(ρ²)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Compute ⟨σᵤ⟩ = Tr(ρσᵤ) for a given 2×2 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Find Bloch vector r for ρ = (3/4)|+⟩⟨+| + (1/4)|−⟩⟨−|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Compute ρ_A = Tr_B(|Φ+⟩⟨Φ+|) for a Bell state; interpret purity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Show that reduced state of any pure entangled state is mixed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Prove Tr(ρ²) ≤ 1 from ρ's spectral decomposition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L11: Density Operators, Mixed States &amp; Partial Trace</dc:title>
  <dc:subject>PptxGenJS Presentation</dc:subject>
  <dc:creator>Diego Bragato</dc:creator>
  <cp:lastModifiedBy>Diego Bragato</cp:lastModifiedBy>
  <cp:revision>1</cp:revision>
  <dcterms:created xsi:type="dcterms:W3CDTF">2026-04-21T17:01:22Z</dcterms:created>
  <dcterms:modified xsi:type="dcterms:W3CDTF">2026-04-21T17:01:22Z</dcterms:modified>
</cp:coreProperties>
</file>