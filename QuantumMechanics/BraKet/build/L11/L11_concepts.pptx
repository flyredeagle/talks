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Operators, Mixed States &amp; Partial Trace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L11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Density Bloch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Density Bloch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BLOCH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DENSITY BLOCH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L11.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L11.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HS · Density Bloch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Pure Vs Mixed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Pure Vs Mixed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PURE VS MIXED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L11.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L11.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BegUG · Pure Vs Mixed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Kraus Channel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Kraus Channel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CHANNEL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KRAUS CHANNEL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L11.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L11.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AdvUG · Kraus Channel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Decoherence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Decoherence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DECOHERENCE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DECOHERENCE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L11.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L11.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MSc · Decoherence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L11 Deep Concept Slides</dc:title>
  <dc:subject>PptxGenJS Presentation</dc:subject>
  <dc:creator>Diego Bragato</dc:creator>
  <cp:lastModifiedBy>Diego Bragato</cp:lastModifiedBy>
  <cp:revision>1</cp:revision>
  <dcterms:created xsi:type="dcterms:W3CDTF">2026-04-26T12:53:43Z</dcterms:created>
  <dcterms:modified xsi:type="dcterms:W3CDTF">2026-04-26T12:53:43Z</dcterms:modified>
</cp:coreProperties>
</file>