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Tr(ρA), Bloch sphere, open quantum systems preview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Pure vs mixed states; ρ = Σᵢ pᵢ|ψᵢ⟩⟨ψᵢ|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⟨Â⟩ = Tr(ρÂ); properties of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Partial trace; reduced density matrices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Bloch sphere for spin-1/2; purity Tr(ρ²)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density operator for ensembles and reduced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via Tr(ρÂ)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partial trace to obtain subsystem density 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pure (Tr(ρ²)=1) from mixed (Tr(ρ²)&lt;1) states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Write ρ for the equal-weight mixture of |+z⟩ and |−z⟩; compute Tr(ρ²) · Compute ⟨σᵤ⟩ = Tr(ρσᵤ) for a given 2×2 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Compute ρ_A = Tr_B(|Φ+⟩⟨Φ+|) for a Bell state; interpret purity · Show that reduced state of any pure entangled state is mixed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rho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properties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rho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(HS). Classical ignorance vs quantum spread — conceptual distinction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L11 (HS). Classical ignorance vs quantum spread — conceptual distinction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L11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L11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(BegUG). Compute trace in matrix form; verify ρ properties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L11 (BegUG). Compute trace in matrix form; verify ρ 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L11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L11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(AdvUG). Pure vs mixed; Bloch vector parameterization of 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L11 (AdvUG). Pure vs mixed; Bloch vector parameterization of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L11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L11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(MSc). Kraus operators; CPTP maps preview; quantum channels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L11 (MSc). Kraus operators; CPTP maps preview; quantum channels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L11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L11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Density Operators, Mixed States &amp; Partial Trace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L11 (PhD). Open systems, master equations; quantum error correction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L11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L11.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L11 (PhD). Open systems, master equations; quantum error correction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L11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L11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between statistical mixture and quantum superposition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of a product ≠ product of traces in general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trace order matters: Tr_B ≠ Tr_A in general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density matrix formalism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Landau (1927) — density matrix for subsystems (independently)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Kraus (1971) — operator-sum (Kraus) representation of channels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density_op  ·  expectation_rho  ·  rho_properties  ·  purity  ·  bloch_rho  ·  partial_trace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L11 (full): Density Operators, Mixed States &amp; Partial Trace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