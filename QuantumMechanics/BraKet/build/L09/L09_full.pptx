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A78BFA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vs entangled states, Schmidt decomposition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L09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Products: Composite Systems &amp; Entanglement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Tensor product space H_A ⊗ H_B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Product vs entangled states; operator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Entanglement criterion; Schmidt decomposition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Partial measurement; reduced state preview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Construct product states |i⟩_A ⊗ |j⟩_B and general bipartite states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entanglement by failure of coefficient factorization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Schmidt decomposition to find Schmidt rank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partial trace as reduced description of a subsystem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Construct the 4-dim basis for two spin-1/2 particles · Show |Φ+⟩ = (1/√2)(|00⟩+|11⟩) is entangled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Find Schmidt decomposition of |Ψ⟩ = (|00⟩+|01⟩+|10⟩-|11⟩)/2 · Prove (⟨φ|⊗⟨χ|)(|ψ⟩⊗|η⟩) = ⟨φ|ψ⟩⟨χ|η⟩ from bilinearity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product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state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factorizes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state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(HS). Two systems = bigger space — classical analogy &amp; beyond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L09 (HS). Two systems = bigger space — classical analogy &amp; beyond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L09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L09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 = bigger space — classical analogy &amp; beyond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(BegUG). Compute product basis components; ⊗ of matrices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L09 (BegUG). Compute product basis components; ⊗ of matrices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L09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L09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product basis components; ⊗ of matrices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(AdvUG). Schmidt decomposition (intro); maximally entangled states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L09 (AdvUG). Schmidt decomposition (intro); maximally entangled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L09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L09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Schmidt decomposition (intro); maximally entangled states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(MSc). Partial trace lightly; entanglement entropy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L09 (MSc). Partial trace lightly; entanglement entropy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L09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L09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trace lightly; entanglement entropy preview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measures, operational tasks, reading prompts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Tensor Products: Composite Systems &amp; Entanglement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L09 (PhD). Entanglement measures, operational tasks, reading prompts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L09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L09.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L09.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L09.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L09 (PhD). Entanglement measures, operational tasks, reading prompts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L09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L09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all bipartite states are product states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dim(H_A ⊗ H_B) = dim(H_A) × dim(H_B)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Schmidt rank 1 (separable) with full Schmidt decomposition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(1935) — 'entanglement' (Verschränkung) coined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Einstein, Podolsky, Rosen (1935) — EPR paradox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Bell (1964) — Bell inequalities; experimental tests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tensor_product  ·  product_state  ·  ip_factorizes  ·  bell_state  ·  schmidt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L09 (full): Tensor Products: Composite Systems &amp; Entanglement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