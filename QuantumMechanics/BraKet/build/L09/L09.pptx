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entangled states, Schmidt decomposition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Tensor product space H_A ⊗ H_B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Product vs entangled states; operator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Entanglement criterion; Schmidt decomposition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Partial measurement; reduced state preview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product states |i⟩_A ⊗ |j⟩_B and general bipartite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entanglement by failure of coefficient factorization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Schmidt decomposition to find Schmidt rank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partial trace as reduced description of a subsystem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Construct the 4-dim basis for two spin-1/2 particles · Show |Φ+⟩ = (1/√2)(|00⟩+|11⟩) is entangled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Find Schmidt decomposition of |Ψ⟩ = (|00⟩+|01⟩+|10⟩-|11⟩)/2 · Prove (⟨φ|⊗⟨χ|)(|ψ⟩⊗|η⟩) = ⟨φ|ψ⟩⟨χ|η⟩ from bilinearity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Tensor Products: Composite Systems &amp; Entanglement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entangled states, Schmidt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product states |i⟩_A ⊗ |j⟩_B and general bipartite states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entanglement by failure of coefficient factorization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Schmidt decomposition to find Schmidt rank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partial trace as reduced description of a subsystem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factorizes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state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all bipartite states are product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dim(H_A ⊗ H_B) = dim(H_A) × dim(H_B)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Schmidt rank 1 (separable) with full Schmidt decomposition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(1935) — 'entanglement' (Verschränkung) coined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Einstein, Podolsky, Rosen (1935) — EPR paradox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 (1964) — Bell inequalities; experimental tests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Construct the 4-dim basis for two spin-1/2 particles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Show |Φ+⟩ = (1/√2)(|00⟩+|11⟩) is entangled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(σₓ⊗Î)|Φ+⟩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Find Schmidt decomposition of |Ψ⟩ = (|00⟩+|01⟩+|10⟩-|11⟩)/2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 (⟨φ|⊗⟨χ|)(|ψ⟩⊗|η⟩) = ⟨φ|ψ⟩⟨χ|η⟩ from bilinearity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separability ⟺ Schmidt rank = 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L09: Tensor Products: Composite Systems &amp; Entanglement</dc:title>
  <dc:subject>PptxGenJS Presentation</dc:subject>
  <dc:creator>Diego Bragato</dc:creator>
  <cp:lastModifiedBy>Diego Bragato</cp:lastModifiedBy>
  <cp:revision>1</cp:revision>
  <dcterms:created xsi:type="dcterms:W3CDTF">2026-04-21T17:01:21Z</dcterms:created>
  <dcterms:modified xsi:type="dcterms:W3CDTF">2026-04-21T17:01:21Z</dcterms:modified>
</cp:coreProperties>
</file>