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Products: Composite Systems &amp; Entanglement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explanation  · 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— L09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 Space Grid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Product Space 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Tensor Products: Composite Systems &amp; Entanglement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SPACE GRID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PRODUCT SPACE GRID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L09.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L09.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HS · Product Space Grid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Entangled Vs Product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Entangled Vs Product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Tensor Products: Composite Systems &amp; Entanglement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ENTANGLED VS PRODUCT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ENTANGLED VS PRODUCT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L09.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L09.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BegUG · Entangled Vs Product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Schmidt Decomp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Schmidt Decomp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Tensor Products: Composite Systems &amp; Entanglement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SCHMIDT DECOMP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L09.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L09.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AdvUG · Schmidt Decomp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Partial Trace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Partial Trace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Tensor Products: Composite Systems &amp; Entanglement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PARTIAL TRACE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L09.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L09.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MSc · Partial Trace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L09 Deep Concept Slides</dc:title>
  <dc:subject>PptxGenJS Presentation</dc:subject>
  <dc:creator>Diego Bragato</dc:creator>
  <cp:lastModifiedBy>Diego Bragato</cp:lastModifiedBy>
  <cp:revision>1</cp:revision>
  <dcterms:created xsi:type="dcterms:W3CDTF">2026-04-26T12:53:43Z</dcterms:created>
  <dcterms:modified xsi:type="dcterms:W3CDTF">2026-04-26T12:53:43Z</dcterms:modified>
</cp:coreProperties>
</file>