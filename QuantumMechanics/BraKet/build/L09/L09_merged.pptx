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9"/>
    <p:sldId id="257" r:id="rId50"/>
    <p:sldId id="258" r:id="rId51"/>
    <p:sldId id="259" r:id="rId52"/>
    <p:sldId id="260" r:id="rId53"/>
    <p:sldId id="261" r:id="rId54"/>
    <p:sldId id="262" r:id="rId55"/>
    <p:sldId id="263" r:id="rId56"/>
    <p:sldId id="264" r:id="rId57"/>
    <p:sldId id="265" r:id="rId58"/>
    <p:sldId id="266" r:id="rId59"/>
    <p:sldId id="267" r:id="rId60"/>
    <p:sldId id="268" r:id="rId61"/>
    <p:sldId id="269" r:id="rId62"/>
    <p:sldId id="270" r:id="rId63"/>
    <p:sldId id="271" r:id="rId64"/>
    <p:sldId id="272" r:id="rId65"/>
    <p:sldId id="273" r:id="rId66"/>
    <p:sldId id="274" r:id="rId67"/>
    <p:sldId id="275" r:id="rId68"/>
    <p:sldId id="276" r:id="rId69"/>
    <p:sldId id="277" r:id="rId70"/>
    <p:sldId id="278" r:id="rId71"/>
    <p:sldId id="279" r:id="rId72"/>
    <p:sldId id="280" r:id="rId73"/>
    <p:sldId id="281" r:id="rId74"/>
    <p:sldId id="282" r:id="rId75"/>
    <p:sldId id="283" r:id="rId76"/>
    <p:sldId id="284" r:id="rId77"/>
    <p:sldId id="285" r:id="rId78"/>
    <p:sldId id="286" r:id="rId79"/>
    <p:sldId id="287" r:id="rId80"/>
    <p:sldId id="288" r:id="rId81"/>
    <p:sldId id="289" r:id="rId82"/>
    <p:sldId id="290" r:id="rId83"/>
    <p:sldId id="291" r:id="rId84"/>
    <p:sldId id="292" r:id="rId85"/>
    <p:sldId id="293" r:id="rId86"/>
    <p:sldId id="294" r:id="rId87"/>
    <p:sldId id="295" r:id="rId88"/>
    <p:sldId id="296" r:id="rId89"/>
    <p:sldId id="297" r:id="rId90"/>
    <p:sldId id="298" r:id="rId91"/>
    <p:sldId id="299" r:id="rId92"/>
    <p:sldId id="300" r:id="rId93"/>
    <p:sldId id="301" r:id="rId94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19.xml"/><Relationship Id="rId68" Type="http://schemas.openxmlformats.org/officeDocument/2006/relationships/slide" Target="slides/slide20.xml"/><Relationship Id="rId69" Type="http://schemas.openxmlformats.org/officeDocument/2006/relationships/slide" Target="slides/slide21.xml"/><Relationship Id="rId70" Type="http://schemas.openxmlformats.org/officeDocument/2006/relationships/slide" Target="slides/slide22.xml"/><Relationship Id="rId71" Type="http://schemas.openxmlformats.org/officeDocument/2006/relationships/slide" Target="slides/slide23.xml"/><Relationship Id="rId72" Type="http://schemas.openxmlformats.org/officeDocument/2006/relationships/slide" Target="slides/slide24.xml"/><Relationship Id="rId73" Type="http://schemas.openxmlformats.org/officeDocument/2006/relationships/slide" Target="slides/slide25.xml"/><Relationship Id="rId74" Type="http://schemas.openxmlformats.org/officeDocument/2006/relationships/slide" Target="slides/slide26.xml"/><Relationship Id="rId75" Type="http://schemas.openxmlformats.org/officeDocument/2006/relationships/slide" Target="slides/slide27.xml"/><Relationship Id="rId76" Type="http://schemas.openxmlformats.org/officeDocument/2006/relationships/slide" Target="slides/slide28.xml"/><Relationship Id="rId77" Type="http://schemas.openxmlformats.org/officeDocument/2006/relationships/slide" Target="slides/slide29.xml"/><Relationship Id="rId78" Type="http://schemas.openxmlformats.org/officeDocument/2006/relationships/slide" Target="slides/slide30.xml"/><Relationship Id="rId79" Type="http://schemas.openxmlformats.org/officeDocument/2006/relationships/slide" Target="slides/slide31.xml"/><Relationship Id="rId80" Type="http://schemas.openxmlformats.org/officeDocument/2006/relationships/slide" Target="slides/slide32.xml"/><Relationship Id="rId81" Type="http://schemas.openxmlformats.org/officeDocument/2006/relationships/slide" Target="slides/slide33.xml"/><Relationship Id="rId82" Type="http://schemas.openxmlformats.org/officeDocument/2006/relationships/slide" Target="slides/slide34.xml"/><Relationship Id="rId83" Type="http://schemas.openxmlformats.org/officeDocument/2006/relationships/slide" Target="slides/slide35.xml"/><Relationship Id="rId84" Type="http://schemas.openxmlformats.org/officeDocument/2006/relationships/slide" Target="slides/slide36.xml"/><Relationship Id="rId85" Type="http://schemas.openxmlformats.org/officeDocument/2006/relationships/slide" Target="slides/slide37.xml"/><Relationship Id="rId86" Type="http://schemas.openxmlformats.org/officeDocument/2006/relationships/slide" Target="slides/slide38.xml"/><Relationship Id="rId87" Type="http://schemas.openxmlformats.org/officeDocument/2006/relationships/slide" Target="slides/slide39.xml"/><Relationship Id="rId88" Type="http://schemas.openxmlformats.org/officeDocument/2006/relationships/slide" Target="slides/slide40.xml"/><Relationship Id="rId89" Type="http://schemas.openxmlformats.org/officeDocument/2006/relationships/slide" Target="slides/slide41.xml"/><Relationship Id="rId90" Type="http://schemas.openxmlformats.org/officeDocument/2006/relationships/slide" Target="slides/slide42.xml"/><Relationship Id="rId91" Type="http://schemas.openxmlformats.org/officeDocument/2006/relationships/slide" Target="slides/slide43.xml"/><Relationship Id="rId92" Type="http://schemas.openxmlformats.org/officeDocument/2006/relationships/slide" Target="slides/slide44.xml"/><Relationship Id="rId93" Type="http://schemas.openxmlformats.org/officeDocument/2006/relationships/slide" Target="slides/slide45.xml"/><Relationship Id="rId94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A78BFA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Products: Composite Systems &amp; Entanglement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vs entangled states, Schmidt decomposition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L09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Products: Composite Systems &amp; Entanglement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Tensor product space H_A ⊗ H_B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Product vs entangled states; operator action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Entanglement criterion; Schmidt decomposition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Partial measurement; reduced state preview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product states |i⟩_A ⊗ |j⟩_B and general bipartite states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entanglement by failure of coefficient factorization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Schmidt decomposition to find Schmidt rank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Preview partial trace as reduced description of a subsystem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= bigger space — classical analogy &amp; beyond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product basis components; ⊗ of matrices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decomposition (intro); maximally entangled states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 lightly; entanglement entropy preview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measures, operational tasks, reading prompts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Construct the 4-dim basis for two spin-1/2 particles · Show |Φ+⟩ = (1/√2)(|00⟩+|11⟩) is entangled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Find Schmidt decomposition of |Ψ⟩ = (|00⟩+|01⟩+|10⟩-|11⟩)/2 · Prove (⟨φ|⊗⟨χ|)(|ψ⟩⊗|η⟩) = ⟨φ|ψ⟩⟨χ|η⟩ from bilinearity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product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state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factorizes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state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product basis components; ⊗ of matrices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= bigger space — classical analogy &amp; beyond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L09 (HS). Two systems = bigger space — classical analogy &amp; beyond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Product Space 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Tensor Products: Composite Systems &amp; Entanglement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SPACE GRID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PRODUCT SPACE GRID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L09.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L09.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— HS · Product Space Grid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L09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L09.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L09 (HS). Two systems = bigger space — classical analogy &amp; beyond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L09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L09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= bigger space — classical analogy &amp; beyond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decomposition (intro); maximally entangled states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product basis components; ⊗ of matrices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L09 (BegUG). Compute product basis components; ⊗ of matrices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Entangled Vs Product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Tensor Products: Composite Systems &amp; Entanglement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ENTANGLED VS PRODUCT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ENTANGLED VS PRODUCT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L09.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L09.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— BegUG · Entangled Vs Product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L09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L09.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L09 (BegUG). Compute product basis components; ⊗ of matrices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L09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L09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product basis components; ⊗ of matrices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 lightly; entanglement entropy preview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decomposition (intro); maximally entangled states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L09 (AdvUG). Schmidt decomposition (intro); maximally entangled states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Schmidt Decomp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Tensor Products: Composite Systems &amp; Entanglement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DECOMP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SCHMIDT DECOMP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L09.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L09.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— AdvUG · Schmidt Decomp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L09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L09.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L09 (AdvUG). Schmidt decomposition (intro); maximally entangled states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L09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L09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decomposition (intro); maximally entangled states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measures, operational tasks, reading prompts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 lightly; entanglement entropy 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L09 (MSc). Partial trace lightly; entanglement entropy preview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Partial Trace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Tensor Products: Composite Systems &amp; Entanglement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PARTIAL TRACE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L09.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L09.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— MSc · Partial Trace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L09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L09.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L09 (MSc). Partial trace lightly; entanglement entropy preview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L09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L09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 lightly; entanglement entropy preview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measures, operational tasks, reading prompts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L09 (PhD). Entanglement measures, operational tasks, reading prompts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L09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L09.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L09 (PhD). Entanglement measures, operational tasks, reading prompts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L09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L09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all bipartite states are product states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that dim(H_A ⊗ H_B) = dim(H_A) × dim(H_B)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Schmidt rank 1 (separable) with full Schmidt decomposition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(1935) — 'entanglement' (Verschränkung) coined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Einstein, Podolsky, Rosen (1935) — EPR paradox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Bell (1964) — Bell inequalities; experimental tests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tensor_product  ·  product_state  ·  ip_factorizes  ·  bell_state  ·  schmidt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L09 (full): Tensor Products: Composite Systems &amp; Entanglement</dc:title>
  <dc:subject>PptxGenJS Presentation</dc:subject>
  <dc:creator>Diego Bragato</dc:creator>
  <cp:lastModifiedBy>Diego Bragato</cp:lastModifiedBy>
  <cp:revision>1</cp:revision>
  <dcterms:created xsi:type="dcterms:W3CDTF">2026-04-22T19:43:28Z</dcterms:created>
  <dcterms:modified xsi:type="dcterms:W3CDTF">2026-04-22T19:43:28Z</dcterms:modified>
</cp:coreProperties>
</file>