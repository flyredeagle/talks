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self-adjointness, what Dirac notation hides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Why |x⟩ is NOT in the Hilbert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Distributions and test functions; Schwartz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Self-adjointness vs Hermiticity revisited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What Dirac notation hides — safe usage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⟨x|x'⟩ = δ(x−x') requires distribution theory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Gel'fand triple Φ ⊂ H ⊂ Φ'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self-adjoint from merely Hermitian (deficiency indices)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 notation safely knowing its foundational limits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Verify δ(ax) = δ(x)/|a| by integrating against test function · Show x̂ is Hermitian on C∞_c(ℝ) ⊂ L²(ℝ)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Show p̂ on [0,∞) with Dirichlet BC is Hermitian but NOT self-adjoint · Construct a self-adjoint extension of p̂ on [0,1]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 triple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condition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domain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(HS). Idealized states — measuring infinitely precise position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Gelfand Triple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 TRIPLE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GELFAND TRIPLE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HS · Gelfand Triple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L12 (HS). Idealized states — measuring infinitely precise 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(BegUG). Cautionary rules for delta functions in calculations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Distributional Delta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DELTA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DISTRIBUTIONAL DELTA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BegUG · Distributional Delta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L12 (BegUG). Cautionary rules for delta functions in calculations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(AdvUG). Unbounded operators (x̂, p̂); domain issues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Spectral Measure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SPECTRAL MEASURE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AdvUG · Spectral Measure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L12 (AdvUG). Unbounded operators (x̂, p̂); domain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(MSc). Rigged Hilbert space triple Φ⊂H⊂Φ'; nuclear spectral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Deficiency Indices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INDICES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DEFICIENCY INDICES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MSc · Deficiency Indices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L12 (MSc). Rigged Hilbert space triple Φ⊂H⊂Φ'; nuclear spectral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(PhD). Spectral theorem in full measure-theoretic form; deficiency indices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L12 (PhD). Spectral theorem in full measure-theoretic form; deficiency indices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|x⟩ as a normalizable state — it is not in 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on a dense domain ⇒ self-adjoint automatically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closure of Dirac notation without checking domain conditions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δ function and continuous eigenstates (informal)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(1950) — rigorous distribution theory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Gel'fand &amp; Kostyuchenko (1955) — rigged Hilbert spaces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Bohm &amp; Gadella (1989) — rigged Hilbert spaces in QM textbooks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gelfand_triple  ·  delta_def  ·  sa_condition  ·  momentum_domain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L12 (full): Rigged Hilbert Spaces &amp; Mathematical Foundations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