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B7185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self-adjointness, what Dirac notation hides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Why |x⟩ is NOT in the Hilbert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Distributions and test functions; Schwartz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Self-adjointness vs Hermiticity revisited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What Dirac notation hides — safe usage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why ⟨x|x'⟩ = δ(x−x') requires distribution theory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Gel'fand triple Φ ⊂ H ⊂ Φ'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self-adjoint from merely Hermitian (deficiency indices)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Dirac notation safely knowing its foundational limits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Verify δ(ax) = δ(x)/|a| by integrating against test function · Show x̂ is Hermitian on C∞_c(ℝ) ⊂ L²(ℝ)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Show p̂ on [0,∞) with Dirichlet BC is Hermitian but NOT self-adjoint · Construct a self-adjoint extension of p̂ on [0,1]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Rigged Hilbert Spaces &amp; Mathematical Foundations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self-adjointness, what Dirac notation hides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why ⟨x|x'⟩ = δ(x−x') requires distribution theory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Gel'fand triple Φ ⊂ H ⊂ Φ'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self-adjoint from merely Hermitian (deficiency indices)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Dirac notation safely knowing its foundational limits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 triple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def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condition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domain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|x⟩ as a normalizable state — it is not in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Hermitian on a dense domain ⇒ self-adjoint automatically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closure of Dirac notation without checking domain conditions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δ function and continuous eigenstates (informal)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Schwartz (1950) — rigorous distribution theory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Gel'fand &amp; Kostyuchenko (1955) — rigged Hilbert spaces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Bohm &amp; Gadella (1989) — rigged Hilbert spaces in QM textbooks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Verify δ(ax) = δ(x)/|a| by integrating against test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Show x̂ is Hermitian on C∞_c(ℝ) ⊂ L²(ℝ)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Identify the domain of p̂ = −iℏd/dx on L²([0,1])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Show p̂ on [0,∞) with Dirichlet BC is Hermitian but NOT self-adjoint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Construct a self-adjoint extension of p̂ on [0,1]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Explain why Gel'fand triple resolves the 'continuous eigenvector' problem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L12: Rigged Hilbert Spaces &amp; Mathematical Foundations</dc:title>
  <dc:subject>PptxGenJS Presentation</dc:subject>
  <dc:creator>Diego Bragato</dc:creator>
  <cp:lastModifiedBy>Diego Bragato</cp:lastModifiedBy>
  <cp:revision>1</cp:revision>
  <dcterms:created xsi:type="dcterms:W3CDTF">2026-04-21T17:01:23Z</dcterms:created>
  <dcterms:modified xsi:type="dcterms:W3CDTF">2026-04-21T17:01:23Z</dcterms:modified>
</cp:coreProperties>
</file>