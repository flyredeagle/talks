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FB7185">
              <a:alpha val="9000"/>
            </a:srgbClr>
          </a:solidFill>
          <a:ln w="12700">
            <a:solidFill>
              <a:srgbClr val="FB7185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FB7185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Spaces &amp; Mathematical Foundations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self-adjointness, what Dirac notation hides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Spaces &amp; Mathematical Foundations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Why |x⟩ is NOT in the Hilbert space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Distributions and test functions; Schwartz space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Self-adjointness vs Hermiticity revisited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What Dirac notation hides — safe usage rules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 why ⟨x|x'⟩ = δ(x−x') requires distribution theory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the Gel'fand triple Φ ⊂ H ⊂ Φ'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Distinguish self-adjoint from merely Hermitian (deficiency indices)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Dirac notation safely knowing its foundational limits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Idealized states — measuring infinitely precise position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Cautionary rules for delta functions in calculations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(x̂, p̂); domain issues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 triple Φ⊂H⊂Φ'; nuclear spectral theorem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in full measure-theoretic form; deficiency indices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Verify δ(ax) = δ(x)/|a| by integrating against test function · Show x̂ is Hermitian on C∞_c(ℝ) ⊂ L²(ℝ)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Show p̂ on [0,∞) with Dirichlet BC is Hermitian but NOT self-adjoint · Construct a self-adjoint extension of p̂ on [0,1]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gelfand triple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def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condition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domain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Cautionary rules for delta functions in calculations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Idealized states — measuring infinitely precise position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L12 (HS). Idealized states — measuring infinitely precise position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L12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L12.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L12 (HS). Idealized states — measuring infinitely precise position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for L12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L12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Idealized states — measuring infinitely precise position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(x̂, p̂); domain issues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Cautionary rules for delta functions in calculations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L12 (BegUG). Cautionary rules for delta functions in calculations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L12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L12.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L12 (BegUG). Cautionary rules for delta functions in calculations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for L12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L12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Cautionary rules for delta functions in calculations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 triple Φ⊂H⊂Φ'; nuclear spectral theorem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(x̂, p̂); domain issues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L12 (AdvUG). Unbounded operators (x̂, p̂); domain issues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L12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L12.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L12 (AdvUG). Unbounded operators (x̂, p̂); domain issues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for L12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L12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(x̂, p̂); domain issues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in full measure-theoretic form; deficiency indices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 triple Φ⊂H⊂Φ'; nuclear spectral theorem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L12 (MSc). Rigged Hilbert space triple Φ⊂H⊂Φ'; nuclear spectral theorem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L12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L12.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L12 (MSc). Rigged Hilbert space triple Φ⊂H⊂Φ'; nuclear spectral theorem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for L12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L12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 triple Φ⊂H⊂Φ'; nuclear spectral theorem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in full measure-theoretic form; deficiency indices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Rigged Hilbert Spaces &amp; Mathematical Foundations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L12 (PhD). Spectral theorem in full measure-theoretic form; deficiency indices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L12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L12.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L12.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L12.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L12 (PhD). Spectral theorem in full measure-theoretic form; deficiency indices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for L12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L12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Treating |x⟩ as a normalizable state — it is not in 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Hermitian on a dense domain ⇒ self-adjoint automatically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Using closure of Dirac notation without checking domain conditions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(1930) — δ function and continuous eigenstates (informal)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Schwartz (1950) — rigorous distribution theory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Gel'fand &amp; Kostyuchenko (1955) — rigged Hilbert spaces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Bohm &amp; Gadella (1989) — rigged Hilbert spaces in QM textbooks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gelfand_triple  ·  delta_def  ·  sa_condition  ·  momentum_domain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L12 (full): Rigged Hilbert Spaces &amp; Mathematical Foundations</dc:title>
  <dc:subject>PptxGenJS Presentation</dc:subject>
  <dc:creator>Diego Bragato</dc:creator>
  <cp:lastModifiedBy>Diego Bragato</cp:lastModifiedBy>
  <cp:revision>1</cp:revision>
  <dcterms:created xsi:type="dcterms:W3CDTF">2026-04-22T19:43:28Z</dcterms:created>
  <dcterms:modified xsi:type="dcterms:W3CDTF">2026-04-22T19:43:28Z</dcterms:modified>
</cp:coreProperties>
</file>