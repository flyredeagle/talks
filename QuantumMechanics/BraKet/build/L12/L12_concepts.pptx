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L12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Gelfand Triple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Gelfand Triple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 TRIPLE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GELFAND TRIPLE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HS · Gelfand Triple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Distributional Delta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Distributional Delta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DELTA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DISTRIBUTIONAL DELTA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BegUG · Distributional Delta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Spectral Measure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Spectral Measure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SPECTRAL MEASURE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AdvUG · Spectral Measure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Deficiency Indices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Deficiency Indices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INDICES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DEFICIENCY INDICES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L12.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L12.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— MSc · Deficiency Indices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L12 Deep Concept Slides</dc:title>
  <dc:subject>PptxGenJS Presentation</dc:subject>
  <dc:creator>Diego Bragato</dc:creator>
  <cp:lastModifiedBy>Diego Bragato</cp:lastModifiedBy>
  <cp:revision>1</cp:revision>
  <dcterms:created xsi:type="dcterms:W3CDTF">2026-04-26T12:53:43Z</dcterms:created>
  <dcterms:modified xsi:type="dcterms:W3CDTF">2026-04-26T12:53:43Z</dcterms:modified>
</cp:coreProperties>
</file>