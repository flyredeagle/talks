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38BDF8">
              <a:alpha val="9000"/>
            </a:srgbClr>
          </a:solidFill>
          <a:ln w="12700">
            <a:solidFill>
              <a:srgbClr val="38BDF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Concept Slides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Completeness, Change of Basis &amp; Matrix Mechanics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 per core concept  ·  Full explanation  ·  Geometric diagram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53312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57984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57984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62656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62656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67328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concept slides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Bra-Ket — L05 Concepts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Basis Rotation 2d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— High School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HS: Basis Rotation 2d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— Completeness, Change of Basis &amp; Matrix Mechanics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ROTATION 2D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— BASIS ROTATION 2D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HS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HS question for L05.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HS question for L05.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— HS · Basis Rotation 2d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HS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Matrix Representation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— Beginning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BegUG: Matrix Representation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 — Completeness, Change of Basis &amp; Matrix Mechanics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REPRESENTATION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 — MATRIX REPRESENTATION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BegUG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BegUG question for L05.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BegUG question for L05.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— BegUG · Matrix Representation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BegUG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Trace Invariant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— Advanced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AdvUG: Trace Invariant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 — Completeness, Change of Basis &amp; Matrix Mechanics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INVARIANT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 — TRACE INVARIANT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AdvUG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AdvUG question for L05.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AdvUG question for L05.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— AdvUG · Trace Invariant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AdvUG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Similarity Transform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— Master's Level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MSc: Similarity Transform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 — Completeness, Change of Basis &amp; Matrix Mechanics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TRANSFORM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— SIMILARITY TRANSFORM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MSc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MSc question for L05.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MSc question for L05.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— MSc · Similarity Transform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MSc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L05 Deep Concept Slides</dc:title>
  <dc:subject>PptxGenJS Presentation</dc:subject>
  <dc:creator>Diego Bragato</dc:creator>
  <cp:lastModifiedBy>Diego Bragato</cp:lastModifiedBy>
  <cp:revision>1</cp:revision>
  <dcterms:created xsi:type="dcterms:W3CDTF">2026-04-26T12:53:41Z</dcterms:created>
  <dcterms:modified xsi:type="dcterms:W3CDTF">2026-04-26T12:53:41Z</dcterms:modified>
</cp:coreProperties>
</file>