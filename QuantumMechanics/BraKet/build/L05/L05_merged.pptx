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38BDF8">
              <a:alpha val="9000"/>
            </a:srgbClr>
          </a:solidFill>
          <a:ln w="12700">
            <a:solidFill>
              <a:srgbClr val="38BDF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38BDF8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insertion, basis transforms, matrix representation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L05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Resolution of identity; inserting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Basis expansion and change of representation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Matrix multiplication as inserted identities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Coordinate transforms; unitary basis changes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Σₙ|n⟩⟨n|=Î to evaluate any bracket by inserting identity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between bases using unitary matrices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 matrix multiplication from operator composition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Express operator matrix elements Aₘₙ = ⟨m|Â|n⟩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Compute ⟨φ|Â|ψ⟩ by inserting identity in the σᵤ eigenbasis · Express |ψ⟩ = |+⟩ in the σₓ eigenbasis {|x+⟩, |x-⟩}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Tr(Â) is basis-independent using insert-identity twice · Show that unitary equivalence preserves eigenvalues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identity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elem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mult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unitary change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(HS). Coordinate systems analogy; 2D rotation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Basis Rotation 2d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ROTATION 2D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BASIS ROTATION 2D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HS · Basis Rotation 2d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L05 (HS). Coordinate systems analogy; 2D rotation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L05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L05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systems analogy; 2D rotation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(BegUG). Compute Aₘₙ and transform vectors between bases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Matrix Representation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REPRESENTATION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MATRIX REPRESENTATION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BegUG · Matrix Representation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L05 (BegUG). Compute Aₘₙ and transform vectors between bases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L05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L05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Aₘₙ and transform vectors between bases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(AdvUG). Abstract operator and matrix representation equivalence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Trace Invariant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INVARIANT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TRACE INVARIANT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AdvUG · Trace Invariant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L05 (AdvUG). Abstract operator and matrix representation equivalence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L05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L05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operator and matrix representation equivalence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(MSc). Similarity vs unitary equivalence; trace &amp; spectrum invariants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Similarity Transform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Completeness, Change of Basis &amp; Matrix Mechanics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TRANSFORM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SIMILARITY TRANSFORM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L05.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L05.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— MSc · Similarity Transform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L05 (MSc). Similarity vs unitary equivalence; trace &amp; spectrum invariants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L05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L05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vs unitary equivalence; trace &amp; spectrum invariants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 framing; direct integrals preview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Completeness, Change of Basis &amp; Matrix Mechanics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L05 (PhD). Representation theory framing; direct integrals preview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L05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L05.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L05.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L05.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L05 (PhD). Representation theory framing; direct integrals preview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L05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L05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Inserting identity in wrong basis for the operator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similarity transform with unitary equivalence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Forgetting that Tr(Â) and spectrum are basis-independent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Heisenberg (1925) — matrix mechanics formulation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Schrödinger (1926) — wave mechanics (different representation)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Dirac (1930) — showed both are representations of same abstract theory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 ·  insert_identity  ·  matrix_elem  ·  matrix_mult  ·  unitary_change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L05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L05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L05 (full): Completeness, Change of Basis &amp; Matrix Mechanics</dc:title>
  <dc:subject>PptxGenJS Presentation</dc:subject>
  <dc:creator>Diego Bragato</dc:creator>
  <cp:lastModifiedBy>Diego Bragato</cp:lastModifiedBy>
  <cp:revision>1</cp:revision>
  <dcterms:created xsi:type="dcterms:W3CDTF">2026-04-22T19:43:23Z</dcterms:created>
  <dcterms:modified xsi:type="dcterms:W3CDTF">2026-04-22T19:43:23Z</dcterms:modified>
</cp:coreProperties>
</file>