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insertion, basis transforms, matrix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Resolution of identity; inserting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Basis expansion and change of representation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Matrix multiplication as inserted identities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Coordinate transforms; unitary basis changes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Σₙ|n⟩⟨n|=Î to evaluate any bracket by inserting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between bases using unitary matrices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matrix multiplication from operator composition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operator matrix elements Aₘₙ = ⟨m|Â|n⟩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⟨φ|Â|ψ⟩ by inserting identity in the σᵤ eigenbasis · Express |ψ⟩ = |+⟩ in the σₓ eigenbasis {|x+⟩, |x-⟩}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Tr(Â) is basis-independent using insert-identity twice · Show that unitary equivalence preserves eigenvalues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Completeness, Change of Basis &amp; Matrix Mechanics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insertion, basis transforms, matrix representation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Σₙ|n⟩⟨n|=Î to evaluate any bracket by inserting identity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between bases using unitary matrices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matrix multiplication from operator composition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operator matrix elements Aₘₙ = ⟨m|Â|n⟩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identity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change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Inserting identity in wrong basis for the operator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similarity transform with unitary equivalence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Tr(Â) and spectrum are basis-independent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 formulation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(different representation)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showed both are representations of same abstract theory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Compute ⟨φ|Â|ψ⟩ by inserting identity in the σᵤ eigenbasis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Express |ψ⟩ = |+⟩ in the σₓ eigenbasis {|x+⟩, |x-⟩}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Verify (Â·B̂)ₘₙ = Σₖ AₘₖBₖₙ for 2×2 matrices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 Tr(Â) is basis-independent using insert-identity twice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Show that unitary equivalence preserves eigenvalues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Prove the determinant is basis-independent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L05: Completeness, Change of Basis &amp; Matrix Mechanics</dc:title>
  <dc:subject>PptxGenJS Presentation</dc:subject>
  <dc:creator>Diego Bragato</dc:creator>
  <cp:lastModifiedBy>Diego Bragato</cp:lastModifiedBy>
  <cp:revision>1</cp:revision>
  <dcterms:created xsi:type="dcterms:W3CDTF">2026-04-21T17:01:20Z</dcterms:created>
  <dcterms:modified xsi:type="dcterms:W3CDTF">2026-04-21T17:01:20Z</dcterms:modified>
</cp:coreProperties>
</file>