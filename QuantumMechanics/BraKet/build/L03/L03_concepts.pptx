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34D399">
              <a:alpha val="9000"/>
            </a:srgbClr>
          </a:solidFill>
          <a:ln w="12700">
            <a:solidFill>
              <a:srgbClr val="34D399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Concept Slides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Operators: Adjoint, Hermitian &amp; Unitary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slide per core concept  ·  Full explanation  ·  Geometric diagram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353312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57984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57984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962656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62656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67328" y="4389120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concept slides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Bra-Ket — L03 Concepts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Operators as Transformations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— High School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HS: Operators as Transformations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Â|ψ⟩ maps one vector to another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AS TRANSFORMATIONS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QUANTUM OPERATOR?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operator Â takes a state |ψ⟩ and produces a new state Â|ψ⟩. In 2D it is exactly a matrix acting on a column vector.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50060"/>
            <a:ext cx="947928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38912" y="2362124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shows the unit circle (all normalised states) being mapped to an ellipse by the operator — stretching some directions and squeezing others.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38912" y="284972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 IS THE KEY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078328"/>
            <a:ext cx="214884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8912" y="3590392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 means superposition is preserved. This is why quantum mechanics is a linear theory.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— HS · Operators as Transformations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HS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Undergraduate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Hermitian Operators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— Beginning Undergraduate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BegUG: Hermitian Operators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 = Â† — real eigenvalues, observable quantities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 OPERATORS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HERMITIAN CONDITION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435608"/>
            <a:ext cx="2167128" cy="3688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38912" y="1859280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Hermitian operators are the QM analogue of real symmetric matrices in 2D. The diagram shows a reflection — eigenvalues ±1 are real.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38912" y="2346884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HERMITIAN = OBSERVABLE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38912" y="2575484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outcomes must be real numbers. The eigenvalues of a Hermitian operator are always real:</a:t>
            </a:r>
            <a:endParaRPr lang="en-US" sz="9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863977"/>
            <a:ext cx="2886456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8912" y="3376041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= a* — the eigenvalue is real. This is why Hermitian operators represent physical observables.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— BegUG · Hermitian Operators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BegUG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Undergraduate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Unitary Operators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— Advanced Undergraduate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AdvUG: Unitary Operators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Û†Û = Î — preserve all geometry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UNITARY CONDITION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435608"/>
            <a:ext cx="2124456" cy="3688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38912" y="1859280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operators preserve all inner products — all angles, lengths, and probabilities. They are the quantum analogue of rigid rotations in 2D.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38912" y="2346884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IMPORTANCE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38912" y="2575484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evolution is unitary (Û = e^{-iĤt/ℏ}). This guarantees probability conservation: if ⟨ψ|ψ⟩=1 at t=0, it stays 1 for all t.</a:t>
            </a:r>
            <a:endParaRPr lang="en-US" sz="9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989936"/>
            <a:ext cx="2002536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8912" y="3502000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Wigner's theorem: all quantum symmetries are implemented by unitary (or antiunitary) operators.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— AdvUG · Unitary Operators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AdvUG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Level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Eigenvalue Geometry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— Master's Level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MSc: Eigenvalue Geometry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Â|a⟩ = a|a⟩ — eigenvectors as special directions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 GEOMETRY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DECOMPOSITION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Hermitian operator Â with orthonormal eigenbasis {|aₙ⟩}: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724101"/>
            <a:ext cx="1239769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38912" y="2236165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eigenvector is a special direction that Â only scales, not rotates. The eigenvalue aₙ is the scale factor.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38912" y="2723769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" y="2952369"/>
            <a:ext cx="479145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Hermitian operator on a finite-dimensional Hilbert space (or bounded self-adjoint operator on infinite-dimensional ℋ) has a complete orthonormal eigenbasis.</a:t>
            </a:r>
            <a:endParaRPr lang="en-US" sz="9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492779"/>
            <a:ext cx="1628192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8912" y="400484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unbounded operators (x̂, p̂): need the spectral theorem for self-adjoint operators — eigenvectors live in the rigged Hilbert space Φ'.</a:t>
            </a:r>
            <a:endParaRPr lang="en-US" sz="9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— MSc · Eigenvalue Geometry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MSc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Level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931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Functional Calculus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— PhD Level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PhD: Functional Calculus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f(Â) — applying functions to operators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CALCULUS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CALCULUS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f: ℝ → ℂ and a self-adjoint Â = ∫a dÊ(a), define: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724101"/>
            <a:ext cx="108585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38912" y="2236165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eigenbasis: f(Â)|aₙ⟩ = f(aₙ)|aₙ⟩. The function f is applied to the eigenvalues.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38912" y="2597810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EXAMPLES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826410"/>
            <a:ext cx="1630680" cy="4053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8912" y="328665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time evolution. The spectral measure dÊ(E) is the resolution of identity for Ĥ.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38912" y="3648304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ISSUES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38912" y="3876904"/>
            <a:ext cx="4791456" cy="531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unbounded Â, f(Â) may only be defined on a dense domain. The domain requires careful specification — f must be integrable with respect to the spectral measure.</a:t>
            </a:r>
            <a:endParaRPr lang="en-US" sz="9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L03 — PhD · Functional Calculus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· PhD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L03 Deep Concept Slides</dc:title>
  <dc:subject>PptxGenJS Presentation</dc:subject>
  <dc:creator>Diego Bragato</dc:creator>
  <cp:lastModifiedBy>Diego Bragato</cp:lastModifiedBy>
  <cp:revision>1</cp:revision>
  <dcterms:created xsi:type="dcterms:W3CDTF">2026-04-26T12:53:41Z</dcterms:created>
  <dcterms:modified xsi:type="dcterms:W3CDTF">2026-04-26T12:53:41Z</dcterms:modified>
</cp:coreProperties>
</file>