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4D399">
              <a:alpha val="9000"/>
            </a:srgbClr>
          </a:solidFill>
          <a:ln w="12700">
            <a:solidFill>
              <a:srgbClr val="34D39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4D399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Operators: Adjoint, Hermitian &amp; Unitary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algebra, observables and symmetries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Operators: Adjoint, Hermitian &amp; Unitary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Operators as maps H→H; matrix elements ⟨φ|Â|ψ⟩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Adjoint Â†; Hermitian observables; unitary symmetries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min: Expectation values; operator algebra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Commutators preview; spectral theorem motivation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matrix elements ⟨φ|Â|ψ⟩ in any basis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adjoint via ⟨φ|Â|ψ⟩ = ⟨Â†φ|ψ⟩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Characterize Hermitian (Â=Â†) and unitary (Û†Û=Î) operators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 expectation value of Hermitian operator is real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as machines on vectors; 2×2 examples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basics; expectation value ⟨Â⟩ = ⟨ψ|Â|ψ⟩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⇒ real expectation; unitary preserves inner product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preview; commutators; normal operators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of unbounded operators; self-adjoint vs merely Hermitian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Find Â† if Â = [[1+i, 2], [3, 4-i]] in matrix representation · Verify Hermiticity of σₓ, σᵧ, σᵤ (Pauli matrices)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Prove: if Â = Â† then ⟨ψ|Â|ψ⟩ ∈ ℝ for all |ψ⟩ · Prove: if Û is unitary then ⟨Ûφ|Ûψ⟩ = ⟨φ|ψ⟩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L03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Linear Operators: Adjoint, Hermitian &amp; Unitary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algebra, observables and symmetries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matrix elements ⟨φ|Â|ψ⟩ in any basis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adjoint via ⟨φ|Â|ψ⟩ = ⟨Â†φ|ψ⟩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Characterize Hermitian (Â=Â†) and unitary (Û†Û=Î) operators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 expectation value of Hermitian operator is real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element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 def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372618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4073652"/>
            <a:ext cx="3480816" cy="229971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98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985760" y="372618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5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eigenbasis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0352" y="4073652"/>
            <a:ext cx="3480816" cy="22997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L03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adjoint with transpose — must take complex conjugate too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Hermitian implies bounded — position/momentum are unbounded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Û† = Û⁻¹ blindly without checking domain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(1925) — matrix mechanics; operators as physical quantities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Born &amp; Jordan (1925) — canonical commutation relations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(1927) — operator algebra on Hilbert space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Find Â† if Â = [[1+i, 2], [3, 4-i]] in matrix representation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Verify Hermiticity of σₓ, σᵧ, σᵤ (Pauli matrices)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Compute ⟨σᵤ⟩ for |+⟩ = (1/√2)(|↑⟩+|↓⟩)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Show UU† = I for U = (1/√2)[[1,1],[1,-1]] (Hadamard)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Prove: if Â = Â† then ⟨ψ|Â|ψ⟩ ∈ ℝ for all 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Prove: if Û is unitary then ⟨Ûφ|Ûψ⟩ = ⟨φ|ψ⟩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Show [Â,B̂] = iĈ with Â,B̂ Hermitian implies Ĉ is Hermitian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L03: Linear Operators: Adjoint, Hermitian &amp; Unitary</dc:title>
  <dc:subject>PptxGenJS Presentation</dc:subject>
  <dc:creator>Diego Bragato</dc:creator>
  <cp:lastModifiedBy>Diego Bragato</cp:lastModifiedBy>
  <cp:revision>1</cp:revision>
  <dcterms:created xsi:type="dcterms:W3CDTF">2026-04-21T17:01:19Z</dcterms:created>
  <dcterms:modified xsi:type="dcterms:W3CDTF">2026-04-21T17:01:19Z</dcterms:modified>
</cp:coreProperties>
</file>