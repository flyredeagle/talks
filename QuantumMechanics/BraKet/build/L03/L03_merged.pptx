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  <p:sldId id="302" r:id="rId95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Relationship Id="rId95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4D399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Operators: Adjoint, Hermitian &amp; Unitary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algebra, observables and symmetries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Operators: Adjoint, Hermitian &amp; Unitary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Operators as maps H→H; matrix elements ⟨φ|Â|ψ⟩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Adjoint Â†; Hermitian observables; unitary symmetries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min: Expectation values; operator algebra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Commutators preview; spectral theorem motivation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matrix elements ⟨φ|Â|ψ⟩ in any 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adjoint via ⟨φ|Â|ψ⟩ = ⟨Â†φ|ψ⟩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Characterize Hermitian (Â=Â†) and unitary (Û†Û=Î) operators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expectation value of Hermitian operator is real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machines on vectors; 2×2 examples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of unbounded operators; self-adjoint vs merely Hermitian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Â† if Â = [[1+i, 2], [3, 4-i]] in matrix representation · Verify Hermiticity of σₓ, σᵧ, σᵤ (Pauli matrices)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Prove: if Â = Â† then ⟨ψ|Â|ψ⟩ ∈ ℝ for all |ψ⟩ · Prove: if Û is unitary then ⟨Ûφ|Ûψ⟩ = ⟨φ|ψ⟩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element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def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eigenbasis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machines on vectors; 2×2 examples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(HS). Matrices as machines on vectors; 2×2 examples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Operators as Transformations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Â|ψ⟩ maps one vector to another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AS TRANSFORMATIONS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QUANTUM OPERATOR?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Â takes a state |ψ⟩ and produces a new state Â|ψ⟩. In 2D it is exactly a matrix acting on a column vector.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50060"/>
            <a:ext cx="947928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36212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the unit circle (all normalised states) being mapped to an ellipse by the operator — stretching some directions and squeezing others.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84972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IS THE KEY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078328"/>
            <a:ext cx="214884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590392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means superposition is preserved. This is why quantum mechanics is a linear theory.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HS · Operators as Transformations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L03 (HS). Matrices as machines on vectors; 2×2 examples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exercise for L03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L03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machines on vectors; 2×2 examples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(BegUG). Eigenvalues basics; expectation value ⟨Â⟩ = ⟨ψ|Â|ψ⟩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Hermitian Operators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Â† — real eigenvalues, observable quantities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OPERATORS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HERMITIAN CONDITION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35608"/>
            <a:ext cx="2167128" cy="368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859280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operators are the QM analogue of real symmetric matrices in 2D. The diagram shows a reflection — eigenvalues ±1 are real.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234688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HERMITIAN = OBSERVABLE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75484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outcomes must be real numbers. The eigenvalues of a Hermitian operator are always real: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63977"/>
            <a:ext cx="2886456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376041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= a* — the eigenvalue is real. This is why Hermitian operators represent physical observables.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BegUG · Hermitian Operators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L03 (BegUG). Eigenvalues basics; expectation value ⟨Â⟩ = ⟨ψ|Â|ψ⟩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exercise for L03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L03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(AdvUG). Hermitian ⇒ real expectation; unitary preserves inner product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Unitary Operators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Û†Û = Î — preserve all geometry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UNITARY CONDITION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35608"/>
            <a:ext cx="2124456" cy="368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859280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preserve all inner products — all angles, lengths, and probabilities. They are the quantum analogue of rigid rotations in 2D.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234688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IMPORTANCE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7548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is unitary (Û = e^{-iĤt/ℏ}). This guarantees probability conservation: if ⟨ψ|ψ⟩=1 at t=0, it stays 1 for all t.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989936"/>
            <a:ext cx="2002536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502000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theorem: all quantum symmetries are implemented by unitary (or antiunitary) operators.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AdvUG · Unitary Operators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L03 (AdvUG). Hermitian ⇒ real expectation; unitary preserves inner product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exercise for L03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L03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of unbounded operators; self-adjoint vs merely Hermitian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(MSc). Spectral theorem preview; commutators; normal operators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Eigenvalue Geometry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Â|a⟩ = a|a⟩ — eigenvectors as special directions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GEOMETRY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DECOMPOSITION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Hermitian operator Â with orthonormal eigenbasis {|aₙ⟩}: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239769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36165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eigenvector is a special direction that Â only scales, not rotates. The eigenvalue aₙ is the scale factor.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72376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952369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Hermitian operator on a finite-dimensional Hilbert space (or bounded self-adjoint operator on infinite-dimensional ℋ) has a complete orthonormal eigenbasis.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492779"/>
            <a:ext cx="1628192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400484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unbounded operators (x̂, p̂): need the spectral theorem for self-adjoint operators — eigenvectors live in the rigged Hilbert space Φ'.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MSc · Eigenvalue Geometry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L03 (MSc). Spectral theorem preview; commutators; normal operators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exercise for L03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L03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of unbounded operators; self-adjoint vs merely Hermitian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(PhD). Domains of unbounded operators; self-adjoint vs merely Hermitian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Functional Calculus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f(Â) — applying functions to operators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CALCULUS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CALCULUS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f: ℝ → ℂ and a self-adjoint Â = ∫a dÊ(a), define: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08585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36165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eigenbasis: f(Â)|aₙ⟩ = f(aₙ)|aₙ⟩. The function f is applied to the eigenvalues.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59781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EXAMPLES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26410"/>
            <a:ext cx="1630680" cy="405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28665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time evolution. The spectral measure dÊ(E) is the resolution of identity for Ĥ.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64830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ISSUES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8912" y="3876904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unbounded Â, f(Â) may only be defined on a dense domain. The domain requires careful specification — f must be integrable with respect to the spectral measure.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PhD · Functional Calculus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L03 (PhD). Domains of unbounded operators; self-adjoint vs merely Hermitian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exercise for L03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L03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adjoint with transpose — must take complex conjugate too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Hermitian implies bounded — position/momentum are unbounded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Û† = Û⁻¹ blindly without checking domain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mechanics; operators as physical quantities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Born &amp; Jordan (1925) — canonical commutation relations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(1927) — operator algebra on Hilbert space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matrix_element  ·  adjoint_def  ·  hermitian  ·  unitary  ·  expectation  ·  exp_eigenbasis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L03 (full): Linear Operators: Adjoint, Hermitian &amp; Unitary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