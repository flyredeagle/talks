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A78BFA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Bras, Dual Space &amp; Inner Product Structure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Duality, conjugate linearity, Riesz representation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Bras, Dual Space &amp; Inner Product Structure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Define bras as linear functionals on 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Conjugate linearity; inner product axioms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min: Probability amplitude ⟨φ|ψ⟩ and Born rule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Orthonormal basis; Gram–Schmidt sketch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bra ⟨ψ| as element of dual space H*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conjugate linearity: (a⟨φ₁|+b⟨φ₂|)|ψ⟩ = a*⟨φ₁|ψ⟩ + b*⟨φ₂|ψ⟩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Born-rule probability from inner product 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Riesz representation theorem (intuition)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 rules; dot-product analogy for real vectors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bases; Gram–Schmidt procedure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 intuition; proofs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 maps; adjoint rigorously defined; continuity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vs unbounded functionals; Banach space context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⟨φ|ψ⟩ for |φ⟩ = (1/√2)(|1⟩-i|2⟩), |ψ⟩ = (1/√5)(|1⟩+2i|2⟩) · Verify conjugate symmetry for the above pair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that inner product positive-definiteness implies norm &gt; 0 for |ψ⟩ ≠ 0 · Prove Gram–Schmidt produces orthonormal vectors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 symmetry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ket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 lin bra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via ip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bases; Gram–Schmidt procedure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 rules; dot-product analogy for real vectors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L02 (HS). Conjugation rules; dot-product analogy for real vectors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L02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L02 (HS). Conjugation rules; dot-product analogy for real vectors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exercise for L02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L02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L02.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 rules; dot-product analogy for real vectors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 intuition; proofs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bases; Gram–Schmidt procedure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L02 (BegUG). Orthonormal bases; Gram–Schmidt procedure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L02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L02 (BegUG). Orthonormal bases; Gram–Schmidt procedure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exercise for L02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L02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L02.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bases; Gram–Schmidt procedure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 maps; adjoint rigorously defined; continuity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 intuition; proofs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L02 (AdvUG). Riesz representation theorem intuition; proofs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L02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L02 (AdvUG). Riesz representation theorem intuition; proofs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exercise for L02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L02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L02.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 intuition; proofs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vs unbounded functionals; Banach space context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 maps; adjoint rigorously defined; continuity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L02 (MSc). Anti-linear maps; adjoint rigorously defined; continuity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L02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L02 (MSc). Anti-linear maps; adjoint rigorously defined; continuity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exercise for L02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L02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L02.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 maps; adjoint rigorously defined; continuity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vs unbounded functionals; Banach space context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L02 (PhD). Bounded vs unbounded functionals; Banach space context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L02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L02 (PhD). Bounded vs unbounded functionals; Banach space context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exercise for L02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L02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L02.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that bra is antilinear: bra of (a|ψ⟩) is a*⟨ψ|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⟨φ|ψ⟩ as symmetric — it is conjugate symmetric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row vector (bra in a basis) with abstract dual vector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Hilbert (1900s) — inner product spaces formalized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Riesz (1907) — representation theorem for bounded functionals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bra as dual vector, bracket notation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inner_product  ·  conj_symmetry  ·  linearity_ket  ·  conj_lin_bra  ·  component_via_ip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L02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L02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L02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L02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L02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L02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L02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L02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L02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L02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L02 (full): Bras, Dual Space &amp; Inner Product Structure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