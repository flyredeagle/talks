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Bras, Dual Space &amp; Inner Product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L02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Bras as Row Vectors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Bras as Row Vectors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 is the transpose-conjugate of |φ⟩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 AS ROW VECTORS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 IS A DUAL VECTOR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ket |ψ⟩ has a corresponding bra ⟨ψ|. In a finite basis, the bra is the conjugate-transpose (row vector) of the ket (column vector).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85006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|psi
angle 	o (c1,c2)T, quad langlepsi| = (c1*, c2*)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012594"/>
            <a:ext cx="1394039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59781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826410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product ⟨φ|ψ⟩ is the complex dot product — the projection of |ψ⟩ onto |φ⟩.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114904"/>
            <a:ext cx="1883664" cy="268224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HS · Bras as Row Vectors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Gram-Schmidt Process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Gram-Schmidt 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orthonormal basis from any linearly independent set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GRAM-SCHMIDT PROCESS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GRAM-SCHMIDT ORTHOGONALISATION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any set of linearly independent vectors, Gram-Schmidt builds an orthonormal basis step by step: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100328" cy="432816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1781"/>
            <a:ext cx="159715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68726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" y="291586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Hilbert space has an orthonormal basis. Gram-Schmidt proves it constructively — it converts any independent set into one with ⟨eᵢ|eⱼ⟩ = δᵢⱼ.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330321"/>
            <a:ext cx="865632" cy="43586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BegUG · Gram-Schmidt Process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Riesz Representation Theorem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Riesz Representation Theorem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bounded linear functional on ℋ is an inner product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f: ℋ → ℂ be a bounded linear functional. Then there exists a unique |φ_f⟩ ∈ ℋ such that: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639824" cy="259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11197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H ≅ H*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339797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|φ⟩ ↦ ⟨φ| is an anti-linear isomorphism between ℋ and its dual ℋ*. This is WHY bra-ket notation works — every bra is a ket in disguise.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754249"/>
            <a:ext cx="1511808" cy="4328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24192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Anti-linear: ⟨cφ| = c*⟨φ| (note the conjugate). This reflects the sesquilinear nature of the inner product.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AdvUG · Riesz Representation Theorem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Dual Space as Functionals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Dual Space as Functionals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ℋ* = {bounded linear maps ℋ → ℂ}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SPACE AS FUNCTIONALS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SPACE ℋ*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space ℋ* consists of all bounded linear functionals f: ℋ → ℂ. Each bra ⟨φ| is such a functional: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850060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langlephi|: |psirangle longmapsto langlephi|psirangle in mathbbC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211705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ON ℋ*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440305"/>
            <a:ext cx="1609344" cy="35661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38912" y="2851785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Riesz, ‖⟨φ|‖ = ‖|φ⟩‖ — the dual norm equals the original norm. ℋ and ℋ* are isometrically anti-isomorphic.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8912" y="333938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BOUNDED?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8912" y="3567989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functionals exist on infinite-dimensional spaces but are not continuous. Physics requires continuous operations — hence we restrict to bounded (= continuous) functionals.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MSc · Dual Space as Functionals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Reflexivity and Bidual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PhD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Reflexivity and Bidual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 ≅ ℋ** — Hilbert spaces are reflexive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 AND BIDUAL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 OF HILBERT SPACES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Hilbert space ℋ, the bidual ℋ** = (ℋ*)* is naturally isometric to ℋ itself. This is reflexivity.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798576" cy="3169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6910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39770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of ℋ** is evaluation at some point of ℋ. In physics: there are no 'exotic' second-order duals — the double bra ⟨⟨φ|| is just |φ⟩ back.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288531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BANACH SPACES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3113913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Banach spaces need not be reflexive (example: L¹ is not). Reflexivity of Hilbert spaces is a deep consequence of the parallelogram law and completeness.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654323"/>
            <a:ext cx="3099816" cy="4450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PhD · Reflexivity and Bidual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L02 Deep Concept Slides</dc:title>
  <dc:subject>PptxGenJS Presentation</dc:subject>
  <dc:creator>Diego Bragato</dc:creator>
  <cp:lastModifiedBy>Diego Bragato</cp:lastModifiedBy>
  <cp:revision>1</cp:revision>
  <dcterms:created xsi:type="dcterms:W3CDTF">2026-04-26T12:53:41Z</dcterms:created>
  <dcterms:modified xsi:type="dcterms:W3CDTF">2026-04-26T12:53:41Z</dcterms:modified>
</cp:coreProperties>
</file>