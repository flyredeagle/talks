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A78BFA">
              <a:alpha val="9000"/>
            </a:srgbClr>
          </a:solidFill>
          <a:ln w="12700">
            <a:solidFill>
              <a:srgbClr val="A78BFA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A78BFA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Bras, Dual Space &amp; Inner Product Structure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Duality, conjugate linearity, Riesz representation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lecture  ·  Dirac + Sakurai Dual-Track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Bras, Dual Space &amp; Inner Product Structure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651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Define bras as linear functionals on 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Conjugate linearity; inner product axioms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 min: Probability amplitude ⟨φ|ψ⟩ and Born rule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70–90 min: Orthonormal basis; Gram–Schmidt sketch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6517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bra ⟨ψ| as element of dual space H*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Master conjugate linearity: (a⟨φ₁|+b⟨φ₂|)|ψ⟩ = a*⟨φ₁|ψ⟩ + b*⟨φ₂|ψ⟩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Born-rule probability from inner product structure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Riesz representation theorem (intuition)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30168"/>
            <a:ext cx="64008" cy="16276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Conjugation rules; dot-product analogy for real vectors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630168"/>
            <a:ext cx="64008" cy="16276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Orthonormal bases; Gram–Schmidt procedure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630168"/>
            <a:ext cx="64008" cy="16276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Riesz representation theorem intuition; proofs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630168"/>
            <a:ext cx="64008" cy="16276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Anti-linear maps; adjoint rigorously defined; continuity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630168"/>
            <a:ext cx="64008" cy="16276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vs unbounded functionals; Banach space context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Compute ⟨φ|ψ⟩ for |φ⟩ = (1/√2)(|1⟩-i|2⟩), |ψ⟩ = (1/√5)(|1⟩+2i|2⟩) · Verify conjugate symmetry for the above pair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Prove that inner product positive-definiteness implies norm &gt; 0 for |ψ⟩ ≠ 0 · Prove Gram–Schmidt produces orthonormal vectors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L02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Bras, Dual Space &amp; Inner Product Structure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Duality, conjugate linearity, Riesz representation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4183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21615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bra ⟨ψ| as element of dual space H*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Master conjugate linearity: (a⟨φ₁|+b⟨φ₂|)|ψ⟩ = a*⟨φ₁|ψ⟩ + b*⟨φ₂|ψ⟩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86868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6868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94183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APPLICATIONS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36792" y="121615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Born-rule probability from inner product structure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Riesz representation theorem (intuition)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Content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Key Formulas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27020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261872"/>
            <a:ext cx="3480816" cy="229971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7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75760" y="914400"/>
            <a:ext cx="64008" cy="27020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 symmetry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0352" y="1261872"/>
            <a:ext cx="3480816" cy="229971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98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985760" y="914400"/>
            <a:ext cx="64008" cy="27020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5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 ket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50352" y="1261872"/>
            <a:ext cx="3480816" cy="229971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65760" y="372618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5760" y="3726180"/>
            <a:ext cx="64008" cy="27020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30352" y="379933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 lin bra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0352" y="4073652"/>
            <a:ext cx="3480816" cy="229971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75760" y="372618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75760" y="3726180"/>
            <a:ext cx="64008" cy="27020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40352" y="379933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via ip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40352" y="4073652"/>
            <a:ext cx="3480816" cy="22997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L02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Common Pitfalls &amp; Historical Notes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576072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64008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1440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PITFALLS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188720"/>
            <a:ext cx="552297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Forgetting that bra is antilinear: bra of (a|ψ⟩) is a*⟨ψ|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Treating ⟨φ|ψ⟩ as symmetric — it is conjugate symmetric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Confusing row vector (bra in a basis) with abstract dual vector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841248"/>
            <a:ext cx="562356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841248"/>
            <a:ext cx="64008" cy="22860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914400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8232" y="1188720"/>
            <a:ext cx="53858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Hilbert (1900s) — inner product spaces formalized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Riesz (1907) — representation theorem for bounded functionals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Dirac (1930) — bra as dual vector, bracket notation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264408"/>
            <a:ext cx="576072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64408"/>
            <a:ext cx="64008" cy="3291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33756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611880"/>
            <a:ext cx="552297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A1. Compute ⟨φ|ψ⟩ for |φ⟩ = (1/√2)(|1⟩-i|2⟩), |ψ⟩ = (1/√5)(|1⟩+2i|2⟩)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 Verify conjugate symmetry for the above pair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A3. Apply Gram–Schmidt to {|1⟩+|2⟩, |1⟩-|2⟩} to get an ONB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A4. Compute the norm of |ψ⟩ = 3|1⟩ - 4i|2⟩ + 2|3⟩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63640" y="3264408"/>
            <a:ext cx="562356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3264408"/>
            <a:ext cx="64008" cy="3291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3337560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Complex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8232" y="3611880"/>
            <a:ext cx="538581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B1. Prove that inner product positive-definiteness implies norm &gt; 0 for |ψ⟩ ≠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B2. Prove Gram–Schmidt produces orthonormal vectors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B3. Show the dual-space map |ψ⟩ ↦ ⟨ψ| is antilinear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L02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Problems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L02: Bras, Dual Space &amp; Inner Product Structure</dc:title>
  <dc:subject>PptxGenJS Presentation</dc:subject>
  <dc:creator>Diego Bragato</dc:creator>
  <cp:lastModifiedBy>Diego Bragato</cp:lastModifiedBy>
  <cp:revision>1</cp:revision>
  <dcterms:created xsi:type="dcterms:W3CDTF">2026-04-21T17:01:18Z</dcterms:created>
  <dcterms:modified xsi:type="dcterms:W3CDTF">2026-04-21T17:01:18Z</dcterms:modified>
</cp:coreProperties>
</file>