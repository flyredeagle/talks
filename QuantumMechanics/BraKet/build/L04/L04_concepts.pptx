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Eigenkets, Projectors &amp; Spectral Decomposition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L04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Stern Gerlach Filter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Stern Gerlach Filter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GERLACH FILTER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STERN GERLACH FILTER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L04.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L04.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HS · Stern Gerlach Filter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Projector Geometry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Projector Geometry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GEOMETRY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PROJECTOR GEOMETRY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L04.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L04.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BegUG · Projector Geometry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Spectral Decomp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Spectral Decomp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DECOMP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SPECTRAL DECOMP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L04.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L04.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AdvUG · Spectral Decomp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Resolution Identity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Resolution Identity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IDENTITY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RESOLUTION IDENTITY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L04.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L04.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MSc · Resolution Identity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L04 Deep Concept Slides</dc:title>
  <dc:subject>PptxGenJS Presentation</dc:subject>
  <dc:creator>Diego Bragato</dc:creator>
  <cp:lastModifiedBy>Diego Bragato</cp:lastModifiedBy>
  <cp:revision>1</cp:revision>
  <dcterms:created xsi:type="dcterms:W3CDTF">2026-04-26T12:53:41Z</dcterms:created>
  <dcterms:modified xsi:type="dcterms:W3CDTF">2026-04-26T12:53:41Z</dcterms:modified>
</cp:coreProperties>
</file>