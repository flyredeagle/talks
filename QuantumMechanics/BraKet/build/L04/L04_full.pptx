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postulate, projectors, post-measurement 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Eigenvalue equation Â|a⟩ = a|a⟩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Projectors P̂ₐ = |a⟩⟨a|; idempotency and completeness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Spectral decomposition Â = Σₐ a|a⟩⟨a|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Measurement postulate; post-measurement state update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eigenkets to compute measurement probabilities P(a) = |⟨a|ψ⟩|²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and verify projectors P̂ₐ² = P̂ₐ, P̂ₐ† = P̂ₐ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spectral decomposition for any discrete observable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measurement postulate (Sakurai formulation)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and eigenvalues of σᵤ = [[1,0],[0,-1]] · Construct projectors P̂₊ and P̂₋; verify P̂₊ + P̂₋ = 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P̂ₐP̂_b = δ_{ab}P̂ₐ for distinct eigenvalues · Show Σₐ P̂ₐ = Î using completeness of eigenbasis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eq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projector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meas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(HS). Filters and outcomes intuition — Stern–Gerlach analogy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L04 (HS). Filters and outcomes intuition — Stern–Gerlach analogy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L04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L04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(BegUG). Compute P(a) = |⟨a|ψ⟩|² via projectors for simple cases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L04 (BegUG). Compute P(a) = |⟨a|ψ⟩|² via projectors for simple cases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L04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L04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(AdvUG). Degeneracy; resolution of identity in eigenbasis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L04 (AdvUG). Degeneracy; resolution of identity in eigenbasis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L04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L04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(MSc). Projection postulate subtleties; Lüders rule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L04 (MSc). Projection postulate subtleties; Lüders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L04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L04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(PhD). Spectral measures; PVMs and POVMs preview; measurement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L04 (PhD). Spectral measures; PVMs and POVMs preview; measurement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L04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L04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up projector P̂ₐ (idempotent) with general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to normalize post-measurement state in degenerate case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Applying spectral theorem to non-Hermitian operators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transformation theory, eigenvalues as measurement outcomes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— projection postulate, wave-function collapse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Lüders (1951) — generalization of projection postulate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eigenvalue_eq  ·  projector  ·  idempotent  ·  spectral_decomp  ·  prob_projector  ·  post_meas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L04 (full): Eigenkets, Projectors &amp; Spectral Decomposition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