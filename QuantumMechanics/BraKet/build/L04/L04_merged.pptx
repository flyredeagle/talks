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59E0B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Eigenkets, Projectors &amp; Spectral Decomposition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postulate, projectors, post-measurement state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Eigenvalue equation Â|a⟩ = a|a⟩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Projectors P̂ₐ = |a⟩⟨a|; idempotency and completeness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Spectral decomposition Â = Σₐ a|a⟩⟨a|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Measurement postulate; post-measurement state update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eigenkets to compute measurement probabilities P(a) = |⟨a|ψ⟩|²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and verify projectors P̂ₐ² = P̂ₐ, P̂ₐ† = P̂ₐ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spectral decomposition for any discrete observable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the measurement postulate (Sakurai formulation)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outcomes intuition — Stern–Gerlach analogy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P(a) = |⟨a|ψ⟩|² via projectors for simple cases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Degeneracy; resolution of identity in eigenbasis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postulate subtleties; Lüders rule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measures; PVMs and POVMs preview; measurement models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Find eigenkets and eigenvalues of σᵤ = [[1,0],[0,-1]] · Construct projectors P̂₊ and P̂₋; verify P̂₊ + P̂₋ = 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P̂ₐP̂_b = δ_{ab}P̂ₐ for distinct eigenvalues · Show Σₐ P̂ₐ = Î using completeness of eigenbasis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eq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decomp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 projector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37947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meas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4142232"/>
            <a:ext cx="3584448" cy="23317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P(a) = |⟨a|ψ⟩|² via projectors for simple cases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outcomes intuition — Stern–Gerlach analogy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L04 (HS). Filters and outcomes intuition — Stern–Gerlach analogy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Stern Gerlach Filter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GERLACH FILTER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STERN GERLACH FILTER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L04.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L04.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HS · Stern Gerlach Filter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L04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L04 (HS). Filters and outcomes intuition — Stern–Gerlach analogy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exercise for L04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L04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L04.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outcomes intuition — Stern–Gerlach analogy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Degeneracy; resolution of identity in eigenbasis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P(a) = |⟨a|ψ⟩|² via projectors for simple cases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L04 (BegUG). Compute P(a) = |⟨a|ψ⟩|² via projectors for simple cases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Projector Geometry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GEOMETRY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PROJECTOR GEOMETRY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L04.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L04.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BegUG · Projector Geometry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L04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L04 (BegUG). Compute P(a) = |⟨a|ψ⟩|² via projectors for simple cases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exercise for L04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L04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L04.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P(a) = |⟨a|ψ⟩|² via projectors for simple cases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postulate subtleties; Lüders rule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Degeneracy; resolution of identity in eigenbasis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L04 (AdvUG). Degeneracy; resolution of identity in eigenbasis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Spectral Decomp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DECOMP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SPECTRAL DECOMP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L04.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L04.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AdvUG · Spectral Decomp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L04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L04 (AdvUG). Degeneracy; resolution of identity in eigenbasis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exercise for L04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L04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L04.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Degeneracy; resolution of identity in eigenbasis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measures; PVMs and POVMs preview; measurement models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postulate subtleties; Lüders rule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L04 (MSc). Projection postulate subtleties; Lüders rule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Resolution Identity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Eigenkets, Projectors &amp; Spectral Decomposition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IDENTITY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RESOLUTION IDENTITY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L04.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L04.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MSc · Resolution Identity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L04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L04 (MSc). Projection postulate subtleties; Lüders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exercise for L04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L04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L04.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postulate subtleties; Lüders rule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measures; PVMs and POVMs preview; measurement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Eigenkets, Projectors &amp; Spectral Decomposition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L04 (PhD). Spectral measures; PVMs and POVMs preview; measurement models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L04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L04.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L04.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L04 (PhD). Spectral measures; PVMs and POVMs preview; measurement models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exercise for L04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L04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L04.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Mixing up projector P̂ₐ (idempotent) with general operator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to normalize post-measurement state in degenerate case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Applying spectral theorem to non-Hermitian operators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transformation theory, eigenvalues as measurement outcomes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(1932) — projection postulate, wave-function collapse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Lüders (1951) — generalization of projection postulate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eigenvalue_eq  ·  projector  ·  idempotent  ·  spectral_decomp  ·  prob_projector  ·  post_meas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L04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L04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L04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L04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L04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L04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L04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L04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L04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L04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L04 (full): Eigenkets, Projectors &amp; Spectral Decomposition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