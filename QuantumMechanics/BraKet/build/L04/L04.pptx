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59E0B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Eigenkets, Projectors &amp; Spectral Decomposition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postulate, projectors, post-measurement state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Eigenvalue equation Â|a⟩ = a|a⟩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Projectors P̂ₐ = |a⟩⟨a|; idempotency and completeness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Spectral decomposition Â = Σₐ a|a⟩⟨a|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Measurement postulate; post-measurement state update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eigenkets to compute measurement probabilities P(a) = |⟨a|ψ⟩|²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and verify projectors P̂ₐ² = P̂ₐ, P̂ₐ† = P̂ₐ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spectral decomposition for any discrete observable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measurement postulate (Sakurai formulation)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outcomes intuition — Stern–Gerlach analogy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measures; PVMs and POVMs preview; measurement models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eigenkets and eigenvalues of σᵤ = [[1,0],[0,-1]] · Construct projectors P̂₊ and P̂₋; verify P̂₊ + P̂₋ = 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P̂ₐP̂_b = δ_{ab}P̂ₐ for distinct eigenvalues · Show Σₐ P̂ₐ = Î using completeness of eigenbasis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Eigenkets, Projectors &amp; Spectral Decomposition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postulate, projectors, post-measurement state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eigenkets to compute measurement probabilities P(a) = |⟨a|ψ⟩|²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and verify projectors P̂ₐ² = P̂ₐ, P̂ₐ† = P̂ₐ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spectral decomposition for any discrete observable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measurement postulate (Sakurai formulation)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eq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projector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98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985760" y="372618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5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meas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0352" y="4073652"/>
            <a:ext cx="3480816" cy="22997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Mixing up projector P̂ₐ (idempotent) with general operator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to normalize post-measurement state in degenerate 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Applying spectral theorem to non-Hermitian operators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transformation theory, eigenvalues as measurement outcomes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(1932) — projection postulate, wave-function collapse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Lüders (1951) — generalization of projection postulate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Find eigenkets and eigenvalues of σᵤ = [[1,0],[0,-1]]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Construct projectors P̂₊ and P̂₋; verify P̂₊ + P̂₋ = 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Compute P(+) for |ψ⟩ = (3/5)|+⟩ + (4/5)|-⟩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Verify P̂ₐ² = P̂ₐ for any rank-1 projector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Prove P̂ₐP̂_b = δ_{ab}P̂ₐ for distinct eigenvalues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Show Σₐ P̂ₐ = Î using completeness of eigenbasis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Derive the spectral theorem for a 2×2 Hermitian matrix from scratch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L04: Eigenkets, Projectors &amp; Spectral Decomposition</dc:title>
  <dc:subject>PptxGenJS Presentation</dc:subject>
  <dc:creator>Diego Bragato</dc:creator>
  <cp:lastModifiedBy>Diego Bragato</cp:lastModifiedBy>
  <cp:revision>1</cp:revision>
  <dcterms:created xsi:type="dcterms:W3CDTF">2026-04-21T17:01:19Z</dcterms:created>
  <dcterms:modified xsi:type="dcterms:W3CDTF">2026-04-21T17:01:19Z</dcterms:modified>
</cp:coreProperties>
</file>