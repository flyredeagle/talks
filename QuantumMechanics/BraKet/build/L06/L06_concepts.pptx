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B7185">
              <a:alpha val="9000"/>
            </a:srgbClr>
          </a:solidFill>
          <a:ln w="12700">
            <a:solidFill>
              <a:srgbClr val="FB718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Bases: |x⟩, |p⟩ &amp; Delta Functions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L06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Continuum Limit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Continuum Limit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LIMIT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CONTINUUM LIMIT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L06.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HS · Continuum Limit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Delta Function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Delta Function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FUNCTION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DELTA FUNCTION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L06.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BegUG · Delta Function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Position Momentum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Position Momentum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MOMENTUM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POSITION MOMENTUM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L06.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AdvUG · Position Momentum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Fourier Duality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Fourier Duality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DUALITY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FOURIER DUALITY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L06.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MSc · Fourier Duality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L06 Deep Concept Slides</dc:title>
  <dc:subject>PptxGenJS Presentation</dc:subject>
  <dc:creator>Diego Bragato</dc:creator>
  <cp:lastModifiedBy>Diego Bragato</cp:lastModifiedBy>
  <cp:revision>1</cp:revision>
  <dcterms:created xsi:type="dcterms:W3CDTF">2026-04-26T12:53:41Z</dcterms:created>
  <dcterms:modified xsi:type="dcterms:W3CDTF">2026-04-26T12:53:41Z</dcterms:modified>
</cp:coreProperties>
</file>