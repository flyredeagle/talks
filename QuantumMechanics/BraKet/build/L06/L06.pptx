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B7185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Bases: |x⟩, |p⟩ &amp; Delta Functions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Position/momentum bases, wavefunctions, Fourier connection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Continuous completeness ∫|x⟩⟨x|dx = 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Wavefunction as ψ(x) = ⟨x|ψ⟩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Momentum basis; ⟨x|p⟩ = e^{ipx/ℏ}/√(2πℏ)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Fourier connection; delta function identities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⟨x|x'⟩ = δ(x−x') as continuous orthonormality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wavefunction ψ(x) as projection onto position 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Fourier transform to ⟨x|p⟩ inner product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Dirac delta distributions carefully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continuum of outcomes means physically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motivation; Gel'fand triple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Show ∫|x⟩⟨x|dx=Î implies ⟨φ|ψ⟩ = ∫φ*(x)ψ(x)dx · Verify ψ̃(p) = ⟨p|ψ⟩ is the Fourier transform of ψ(x)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ψ(x) as Fourier transform of φ(p) from ⟨x|p⟩ kernel · Prove Parseval–Plancherel: ∫|ψ|² dx = ∫|φ|² dp from completeness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Continuous Bases: |x⟩, |p⟩ &amp; Delta Functions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Position/momentum bases, wavefunctions, Fourier connection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⟨x|x'⟩ = δ(x−x') as continuous orthonormality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wavefunction ψ(x) as projection onto position basis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Fourier transform to ⟨x|p⟩ inner 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Dirac delta distributions carefully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completeness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ortho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kernel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via bk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98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985760" y="3726180"/>
            <a:ext cx="64008" cy="27020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5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 integral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0352" y="4073652"/>
            <a:ext cx="3480816" cy="22997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δ(x−x') as a regular function — it is a distribution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normalization: ⟨x|x'⟩ uses δ not Kronecker 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momentum eigenstate normalization conventions (ℏ vs 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mechanics and ψ(x)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(1927) — δ-function introduced (informally)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Schwartz (1950s) — distribution theory: rigorous foundation for 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Show ∫|x⟩⟨x|dx=Î implies ⟨φ|ψ⟩ = ∫φ*(x)ψ(x)dx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Verify ψ̃(p) = ⟨p|ψ⟩ is the Fourier transform of ψ(x)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Compute ⟨x|p̂|ψ⟩ using ⟨x|p̂|p⟩ = p⟨x|p⟩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Derive ψ(x) as Fourier transform of φ(p) from ⟨x|p⟩ kernel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Prove Parseval–Plancherel: ∫|ψ|² dx = ∫|φ|² dp from completeness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x̂ in p-representation acts as iℏ∂/∂p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L06: Continuous Bases: |x⟩, |p⟩ &amp; Delta Functions</dc:title>
  <dc:subject>PptxGenJS Presentation</dc:subject>
  <dc:creator>Diego Bragato</dc:creator>
  <cp:lastModifiedBy>Diego Bragato</cp:lastModifiedBy>
  <cp:revision>1</cp:revision>
  <dcterms:created xsi:type="dcterms:W3CDTF">2026-04-21T17:01:20Z</dcterms:created>
  <dcterms:modified xsi:type="dcterms:W3CDTF">2026-04-21T17:01:20Z</dcterms:modified>
</cp:coreProperties>
</file>