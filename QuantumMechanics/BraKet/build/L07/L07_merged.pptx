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6366F1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Commutators, Robertson inequality, compatible observables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L07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Compatible observables and commutators [Â,B̂]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Uncertainty relation derivation (Robertson inequality)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Measurement update; expectation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POVM preview; state tomography mention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compatible observables: [Â,B̂]=0 ⟺ common eigenbasis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Robertson–Schrödinger uncertainty inequality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variances and uncertainty 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measurement uncertainty from instrumental imprecision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[σₓ, σᵧ] and verify = 2iσᵤ · Find ΔSₓ and ΔSᵧ for |+z⟩; verify Robertson bound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Robertson inequality using Cauchy–Schwarz on ΔÂ and ΔB̂ · Prove: [Â,B̂]=0 ⇒ simultaneous eigenbasis exists (for finite-dim)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heisenberg ur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(HS). Uncertainty as statistical spread, not instrument error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Uncertainty Spread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SPREAD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UNCERTAINTY SPREAD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HS · Uncertainty Spread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L07 (HS). Uncertainty as statistical spread, not instrument error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L07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L07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as statistical spread, not instrument error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(BegUG). Compute variances; simple commutators [x̂,p̂]=iℏ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Commutator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 GEOMETRY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COMMUTATOR GEOMETRY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BegUG · Commutator Geometry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L07 (BegUG). Compute variances; simple commutators [x̂,p̂]=iℏ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L07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L07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variances; simple commutators [x̂,p̂]=iℏ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(AdvUG). Derive Robertson inequality from Cauchy–Schwarz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Robertson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DIAGRAM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ROBERTSON DIAGRAM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AdvUG · Robertson Diagram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L07 (AdvUG). Derive Robertson inequality from Cauchy–Schwarz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L07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L07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Robertson inequality from Cauchy–Schwarz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(MSc). POVMs, operational view; state tomography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Compatible Observables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Measurement Theory: Postulates, Compatibility &amp; Uncertainty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OBSERVABLES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COMPATIBLE OBSERVABLES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L07.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L07.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— MSc · Compatible Observables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L07 (MSc). POVMs, operational view; state tomography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L07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L07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POVMs, operational view; state tomography preview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models (von Neumann coupling), disturbance, contextuality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Measurement Theory: Postulates, Compatibility &amp; Uncertainty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L07 (PhD). Measurement models (von Neumann coupling), disturbance, contextuality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L07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L07.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L07.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L07 (PhD). Measurement models (von Neumann coupling), disturbance, contextuality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L07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L07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measurement uncertainty (quantum) with experimental error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[x̂,p̂]=iℏ — do not drop the iℏ or reverse the 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compatible means 'commuting matrices' without checking domain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(1927) — uncertainty principle (heuristic)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Robertson (1929) — general algebraic uncertainty relation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(1930) — tighter form (Robertson–Schrödinger)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commutator  ·  canonical_CR  ·  variance  ·  robertson  ·  heisenberg_ur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L07 (full): Measurement Theory: Postulates, Compatibility &amp; Uncertainty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