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5029200" cy="5029200"/>
          </a:xfrm>
          <a:prstGeom prst="ellipse">
            <a:avLst/>
          </a:prstGeom>
          <a:solidFill>
            <a:srgbClr val="6366F1">
              <a:alpha val="9000"/>
            </a:srgbClr>
          </a:solidFill>
          <a:ln w="12700">
            <a:solidFill>
              <a:srgbClr val="6366F1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Concept Slides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Theory: Postulates, Compatibility &amp; Uncertainty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slide per core concept  ·  Full explanation  ·  Geometric diagram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CD34D">
              <a:alpha val="7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353312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6EE7B7">
              <a:alpha val="72000"/>
            </a:srgbClr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157984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93C5FD">
              <a:alpha val="72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57984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962656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C4B5FD">
              <a:alpha val="72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62656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767328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87171">
              <a:alpha val="7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7328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8640" y="4937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concept slides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Bra-Ket — L07 Concepts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3931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Uncertainty Spread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— High School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HS: Uncertainty Spread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— Measurement Theory: Postulates, Compatibility &amp; Uncertainty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SPREAD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 — UNCERTAINTY SPREAD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Measurement Theory: Postulates, Compatibility &amp; Uncertainty at the HS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HS question for L07.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HS question for L07.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— HS · Uncertainty Spread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HS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 Undergraduate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3931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Commutator Geometry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— Beginning Undergraduate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BegUG: Commutator Geometry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 Undergraduate — Measurement Theory: Postulates, Compatibility &amp; Uncertainty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COMMUTATOR GEOMETRY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 — COMMUTATOR GEOMETRY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Measurement Theory: Postulates, Compatibility &amp; Uncertainty at the BegUG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BegUG question for L07.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BegUG question for L07.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— BegUG · Commutator Geometry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BegUG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Undergraduate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3931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Robertson Diagram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— Advanced Undergraduate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AdvUG: Robertson Diagram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Undergraduate — Measurement Theory: Postulates, Compatibility &amp; Uncertainty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ROBERTSON DIAGRAM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 — ROBERTSON DIAGRAM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Measurement Theory: Postulates, Compatibility &amp; Uncertainty at the AdvUG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AdvUG question for L07.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AdvUG question for L07.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— AdvUG · Robertson Diagram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AdvUG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Level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3931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Compatible Observables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— Master's Level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MSc: Compatible Observables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Level — Measurement Theory: Postulates, Compatibility &amp; Uncertainty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OBSERVABLES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— COMPATIBLE OBSERVABLES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Measurement Theory: Postulates, Compatibility &amp; Uncertainty at the MSc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MSc question for L07.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MSc question for L07.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— MSc · Compatible Observables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MSc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L07 Deep Concept Slides</dc:title>
  <dc:subject>PptxGenJS Presentation</dc:subject>
  <dc:creator>Diego Bragato</dc:creator>
  <cp:lastModifiedBy>Diego Bragato</cp:lastModifiedBy>
  <cp:revision>1</cp:revision>
  <dcterms:created xsi:type="dcterms:W3CDTF">2026-04-26T12:53:41Z</dcterms:created>
  <dcterms:modified xsi:type="dcterms:W3CDTF">2026-04-26T12:53:41Z</dcterms:modified>
</cp:coreProperties>
</file>