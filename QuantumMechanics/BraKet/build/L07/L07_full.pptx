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6366F1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Theory: Postulates, Compatibility &amp; Uncertainty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Commutators, Robertson inequality, compatible observables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L07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Theory: Postulates, Compatibility &amp; Uncertainty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Compatible observables and commutators [Â,B̂]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Uncertainty relation derivation (Robertson inequality)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Measurement update; expectation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POVM preview; state tomography mention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compatible observables: [Â,B̂]=0 ⟺ common eigenbasis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Robertson–Schrödinger uncertainty inequality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variances and uncertainty products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measurement uncertainty from instrumental imprecision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as statistical spread, not instrument error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variances; simple commutators [x̂,p̂]=iℏ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Robertson inequality from Cauchy–Schwarz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POVMs, operational view; state tomography preview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models (von Neumann coupling), disturbance, contextuality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Compute [σₓ, σᵧ] and verify = 2iσᵤ · Find ΔSₓ and ΔSᵧ for |+z⟩; verify Robertson bound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Robertson inequality using Cauchy–Schwarz on ΔÂ and ΔB̂ · Prove: [Â,B̂]=0 ⇒ simultaneous eigenbasis exists (for finite-dim)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commutator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CR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ur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variances; simple commutators [x̂,p̂]=iℏ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as statistical spread, not instrument error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L07 (HS). Uncertainty as statistical spread, not instrument error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L07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L07.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L07 (HS). Uncertainty as statistical spread, not instrument 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L07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L07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as statistical spread, not instrument error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Robertson inequality from Cauchy–Schwarz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variances; simple commutators [x̂,p̂]=iℏ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L07 (BegUG). Compute variances; simple commutators [x̂,p̂]=iℏ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L07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L07.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L07 (BegUG). Compute variances; simple commutators [x̂,p̂]=iℏ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L07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L07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variances; simple commutators [x̂,p̂]=iℏ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POVMs, operational view; state tomography preview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Robertson inequality from Cauchy–Schwarz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L07 (AdvUG). Derive Robertson inequality from Cauchy–Schwarz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L07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L07.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L07 (AdvUG). Derive Robertson inequality from Cauchy–Schwarz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L07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L07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Robertson inequality from Cauchy–Schwarz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models (von Neumann coupling), disturbance, contextuality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POVMs, operational view; state tomography preview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L07 (MSc). POVMs, operational view; state tomography preview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L07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L07.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L07 (MSc). POVMs, operational view; state tomography preview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L07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L07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POVMs, operational view; state tomography preview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models (von Neumann coupling), disturbance, contextuality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L07 (PhD). Measurement models (von Neumann coupling), disturbance, contextuality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L07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L07.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L07 (PhD). Measurement models (von Neumann coupling), disturbance, contextuality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L07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L07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measurement uncertainty (quantum) with experimental error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[x̂,p̂]=iℏ — do not drop the iℏ or reverse the sign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compatible means 'commuting matrices' without checking domain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Heisenberg (1927) — uncertainty principle (heuristic)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Robertson (1929) — general algebraic uncertainty relation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Schrödinger (1930) — tighter form (Robertson–Schrödinger)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commutator  ·  canonical_CR  ·  variance  ·  robertson  ·  heisenberg_ur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L07 (full): Measurement Theory: Postulates, Compatibility &amp; Uncertainty</dc:title>
  <dc:subject>PptxGenJS Presentation</dc:subject>
  <dc:creator>Diego Bragato</dc:creator>
  <cp:lastModifiedBy>Diego Bragato</cp:lastModifiedBy>
  <cp:revision>1</cp:revision>
  <dcterms:created xsi:type="dcterms:W3CDTF">2026-04-22T19:43:28Z</dcterms:created>
  <dcterms:modified xsi:type="dcterms:W3CDTF">2026-04-22T19:43:28Z</dcterms:modified>
</cp:coreProperties>
</file>