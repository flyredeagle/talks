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Commutators, Robertson inequality, compatible observables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Compatible observables and commutators [Â,B̂]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Uncertainty relation derivation (Robertson inequality)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Measurement update; expectation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POVM preview; state tomography mention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compatible observables: [Â,B̂]=0 ⟺ common eigenbasis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Robertson–Schrödinger uncertainty inequality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variances and uncertainty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measurement uncertainty from instrumental imprecision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[σₓ, σᵧ] and verify = 2iσᵤ · Find ΔSₓ and ΔSᵧ for |+z⟩; verify Robertson bound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Robertson inequality using Cauchy–Schwarz on ΔÂ and ΔB̂ · Prove: [Â,B̂]=0 ⇒ simultaneous eigenbasis exists (for finite-dim)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Measurement Theory: Postulates, Compatibility &amp; Uncertainty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Commutators, Robertson inequality, compatible observables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compatible observables: [Â,B̂]=0 ⟺ common eigenbasis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Robertson–Schrödinger uncertainty inequality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variances and uncertainty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measurement uncertainty from instrumental imprecision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ur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measurement uncertainty (quantum) with experimental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[x̂,p̂]=iℏ — do not drop the iℏ or reverse the 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compatible means 'commuting matrices' without checking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(1927) — uncertainty principle (heuristic)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Robertson (1929) — general algebraic uncertainty relation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(1930) — tighter form (Robertson–Schrödinger)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Compute [σₓ, σᵧ] and verify = 2iσᵤ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Find ΔSₓ and ΔSᵧ for |+z⟩; verify Robertson bound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Compute variance of σᵤ in state |+x⟩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Derive Robertson inequality using Cauchy–Schwarz on ΔÂ and ΔB̂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Prove: [Â,B̂]=0 ⇒ simultaneous eigenbasis exists (for finite-dim)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[Â,B̂] = iĈ with Ĉ Hermitian ⇒ uncertainty product ≥ |⟨Ĉ⟩|/2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L07: Measurement Theory: Postulates, Compatibility &amp; Uncertainty</dc:title>
  <dc:subject>PptxGenJS Presentation</dc:subject>
  <dc:creator>Diego Bragato</dc:creator>
  <cp:lastModifiedBy>Diego Bragato</cp:lastModifiedBy>
  <cp:revision>1</cp:revision>
  <dcterms:created xsi:type="dcterms:W3CDTF">2026-04-21T17:01:21Z</dcterms:created>
  <dcterms:modified xsi:type="dcterms:W3CDTF">2026-04-21T17:01:21Z</dcterms:modified>
</cp:coreProperties>
</file>