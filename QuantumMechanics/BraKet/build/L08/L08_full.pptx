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4D399">
              <a:alpha val="9000"/>
            </a:srgbClr>
          </a:solidFill>
          <a:ln w="12700">
            <a:solidFill>
              <a:srgbClr val="34D399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34D399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&amp; Pictures of Quantum Mechanics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evolution, Schrödinger/Heisenberg pictures, constants of motion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L08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&amp; Pictures of Quantum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Unitary evolution Û(t) = e^{−iĤt/ℏ}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Schrödinger picture: states evolve, operators fixed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45–70 min: Heisenberg picture: operators evolve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Constants of motion; [Â,Ĥ]=0 ⟺ conserved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Û(t) from unitarity and time-translation invariance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 fluently in both Schrödinger and Heisenberg pictures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Heisenberg equation of motion dÂ_H/dt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constants of motion via [Â,Ĥ]=0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as repeated tiny evolution steps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⟨Â⟩ with time; simple Hamiltonians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EOM; Ehrenfest's theorem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Time-ordering; interaction picture preview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theorem; one-parameter unitary groups; domain issues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Show Û†Û = Î if Ĥ is Hermitian · Prove d/dt ⟨ψ(t)|ψ(t)⟩ = 0 under unitary evolution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Heisenberg EOM from d/dt⟨Â⟩ = d/dt⟨ψ|Â|ψ⟩ · Prove Ehrenfest: d⟨x̂⟩/dt = ⟨p̂⟩/m from Ĥ = p̂²/2m + V(x̂)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exp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schrodinger eq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⟨Â⟩ with time; simple Hamiltonians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as repeated tiny evolution steps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L08 (HS). Exponential as repeated tiny evolution steps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L08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L08.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L08 (HS). Exponential as repeated tiny evolution steps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L08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L08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as repeated tiny evolution steps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EOM; Ehrenfest's theorem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⟨Â⟩ with time; simple Hamiltonians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L08 (BegUG). Differentiate ⟨Â⟩ with time; simple Hamiltonians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L08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L08.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L08 (BegUG). Differentiate ⟨Â⟩ with time; simple Hamiltonians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L08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L08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⟨Â⟩ with time; simple Hamiltonians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Time-ordering; interaction picture preview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EOM; Ehrenfest's theorem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L08 (AdvUG). Heisenberg EOM; Ehrenfest's theorem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L08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L08.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L08 (AdvUG). Heisenberg EOM; Ehrenfest's theorem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L08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L08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EOM; Ehrenfest's theorem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theorem; one-parameter unitary groups; domain issues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Time-ordering; interaction picture preview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L08 (MSc). Time-ordering; interaction picture preview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L08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L08.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L08 (MSc). Time-ordering; interaction picture preview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L08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L08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Time-ordering; interaction picture preview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theorem; one-parameter unitary groups; domain issues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L08 (PhD). Stone's theorem; one-parameter unitary groups; domain issues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L08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L08.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L08 (PhD). Stone's theorem; one-parameter unitary groups; domain issues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L08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L08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sign: dÂ_H/dt = (i/ℏ)[Ĥ,Â_H], not [Â_H,Ĥ]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Mixing Schrödinger and Heisenberg pictures in same equation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e^{Â+B̂} = e^Â·e^{B̂} — only true if [Â,B̂]=0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Schrödinger (1926) — wave equation, Schrödinger picture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Heisenberg (1925) — matrix mechanics, Heisenberg picture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(1927) — interaction picture; both pictures equivalent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time_evolution  ·  unitary_exp  ·  schrodinger_eq  ·  heisenberg_eom  ·  ehrenfest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L08 (full): Time Evolution &amp; Pictures of Quantum Mechanics</dc:title>
  <dc:subject>PptxGenJS Presentation</dc:subject>
  <dc:creator>Diego Bragato</dc:creator>
  <cp:lastModifiedBy>Diego Bragato</cp:lastModifiedBy>
  <cp:revision>1</cp:revision>
  <dcterms:created xsi:type="dcterms:W3CDTF">2026-04-22T19:43:28Z</dcterms:created>
  <dcterms:modified xsi:type="dcterms:W3CDTF">2026-04-22T19:43:28Z</dcterms:modified>
</cp:coreProperties>
</file>