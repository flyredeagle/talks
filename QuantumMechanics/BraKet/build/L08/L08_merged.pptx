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49"/>
    <p:sldId id="257" r:id="rId50"/>
    <p:sldId id="258" r:id="rId51"/>
    <p:sldId id="259" r:id="rId52"/>
    <p:sldId id="260" r:id="rId53"/>
    <p:sldId id="261" r:id="rId54"/>
    <p:sldId id="262" r:id="rId55"/>
    <p:sldId id="263" r:id="rId56"/>
    <p:sldId id="264" r:id="rId57"/>
    <p:sldId id="265" r:id="rId58"/>
    <p:sldId id="266" r:id="rId59"/>
    <p:sldId id="267" r:id="rId60"/>
    <p:sldId id="268" r:id="rId61"/>
    <p:sldId id="269" r:id="rId62"/>
    <p:sldId id="270" r:id="rId63"/>
    <p:sldId id="271" r:id="rId64"/>
    <p:sldId id="272" r:id="rId65"/>
    <p:sldId id="273" r:id="rId66"/>
    <p:sldId id="274" r:id="rId67"/>
    <p:sldId id="275" r:id="rId68"/>
    <p:sldId id="276" r:id="rId69"/>
    <p:sldId id="277" r:id="rId70"/>
    <p:sldId id="278" r:id="rId71"/>
    <p:sldId id="279" r:id="rId72"/>
    <p:sldId id="280" r:id="rId73"/>
    <p:sldId id="281" r:id="rId74"/>
    <p:sldId id="282" r:id="rId75"/>
    <p:sldId id="283" r:id="rId76"/>
    <p:sldId id="284" r:id="rId77"/>
    <p:sldId id="285" r:id="rId78"/>
    <p:sldId id="286" r:id="rId79"/>
    <p:sldId id="287" r:id="rId80"/>
    <p:sldId id="288" r:id="rId81"/>
    <p:sldId id="289" r:id="rId82"/>
    <p:sldId id="290" r:id="rId83"/>
    <p:sldId id="291" r:id="rId84"/>
    <p:sldId id="292" r:id="rId85"/>
    <p:sldId id="293" r:id="rId86"/>
    <p:sldId id="294" r:id="rId87"/>
    <p:sldId id="295" r:id="rId88"/>
    <p:sldId id="296" r:id="rId89"/>
    <p:sldId id="297" r:id="rId90"/>
    <p:sldId id="298" r:id="rId91"/>
    <p:sldId id="299" r:id="rId92"/>
    <p:sldId id="300" r:id="rId93"/>
    <p:sldId id="301" r:id="rId94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1.xml"/><Relationship Id="rId50" Type="http://schemas.openxmlformats.org/officeDocument/2006/relationships/slide" Target="slides/slide2.xml"/><Relationship Id="rId51" Type="http://schemas.openxmlformats.org/officeDocument/2006/relationships/slide" Target="slides/slide3.xml"/><Relationship Id="rId52" Type="http://schemas.openxmlformats.org/officeDocument/2006/relationships/slide" Target="slides/slide4.xml"/><Relationship Id="rId53" Type="http://schemas.openxmlformats.org/officeDocument/2006/relationships/slide" Target="slides/slide5.xml"/><Relationship Id="rId54" Type="http://schemas.openxmlformats.org/officeDocument/2006/relationships/slide" Target="slides/slide6.xml"/><Relationship Id="rId55" Type="http://schemas.openxmlformats.org/officeDocument/2006/relationships/slide" Target="slides/slide7.xml"/><Relationship Id="rId56" Type="http://schemas.openxmlformats.org/officeDocument/2006/relationships/slide" Target="slides/slide8.xml"/><Relationship Id="rId57" Type="http://schemas.openxmlformats.org/officeDocument/2006/relationships/slide" Target="slides/slide9.xml"/><Relationship Id="rId58" Type="http://schemas.openxmlformats.org/officeDocument/2006/relationships/slide" Target="slides/slide10.xml"/><Relationship Id="rId59" Type="http://schemas.openxmlformats.org/officeDocument/2006/relationships/slide" Target="slides/slide11.xml"/><Relationship Id="rId60" Type="http://schemas.openxmlformats.org/officeDocument/2006/relationships/slide" Target="slides/slide12.xml"/><Relationship Id="rId61" Type="http://schemas.openxmlformats.org/officeDocument/2006/relationships/slide" Target="slides/slide13.xml"/><Relationship Id="rId62" Type="http://schemas.openxmlformats.org/officeDocument/2006/relationships/slide" Target="slides/slide14.xml"/><Relationship Id="rId63" Type="http://schemas.openxmlformats.org/officeDocument/2006/relationships/slide" Target="slides/slide15.xml"/><Relationship Id="rId64" Type="http://schemas.openxmlformats.org/officeDocument/2006/relationships/slide" Target="slides/slide16.xml"/><Relationship Id="rId65" Type="http://schemas.openxmlformats.org/officeDocument/2006/relationships/slide" Target="slides/slide17.xml"/><Relationship Id="rId66" Type="http://schemas.openxmlformats.org/officeDocument/2006/relationships/slide" Target="slides/slide18.xml"/><Relationship Id="rId67" Type="http://schemas.openxmlformats.org/officeDocument/2006/relationships/slide" Target="slides/slide19.xml"/><Relationship Id="rId68" Type="http://schemas.openxmlformats.org/officeDocument/2006/relationships/slide" Target="slides/slide20.xml"/><Relationship Id="rId69" Type="http://schemas.openxmlformats.org/officeDocument/2006/relationships/slide" Target="slides/slide21.xml"/><Relationship Id="rId70" Type="http://schemas.openxmlformats.org/officeDocument/2006/relationships/slide" Target="slides/slide22.xml"/><Relationship Id="rId71" Type="http://schemas.openxmlformats.org/officeDocument/2006/relationships/slide" Target="slides/slide23.xml"/><Relationship Id="rId72" Type="http://schemas.openxmlformats.org/officeDocument/2006/relationships/slide" Target="slides/slide24.xml"/><Relationship Id="rId73" Type="http://schemas.openxmlformats.org/officeDocument/2006/relationships/slide" Target="slides/slide25.xml"/><Relationship Id="rId74" Type="http://schemas.openxmlformats.org/officeDocument/2006/relationships/slide" Target="slides/slide26.xml"/><Relationship Id="rId75" Type="http://schemas.openxmlformats.org/officeDocument/2006/relationships/slide" Target="slides/slide27.xml"/><Relationship Id="rId76" Type="http://schemas.openxmlformats.org/officeDocument/2006/relationships/slide" Target="slides/slide28.xml"/><Relationship Id="rId77" Type="http://schemas.openxmlformats.org/officeDocument/2006/relationships/slide" Target="slides/slide29.xml"/><Relationship Id="rId78" Type="http://schemas.openxmlformats.org/officeDocument/2006/relationships/slide" Target="slides/slide30.xml"/><Relationship Id="rId79" Type="http://schemas.openxmlformats.org/officeDocument/2006/relationships/slide" Target="slides/slide31.xml"/><Relationship Id="rId80" Type="http://schemas.openxmlformats.org/officeDocument/2006/relationships/slide" Target="slides/slide32.xml"/><Relationship Id="rId81" Type="http://schemas.openxmlformats.org/officeDocument/2006/relationships/slide" Target="slides/slide33.xml"/><Relationship Id="rId82" Type="http://schemas.openxmlformats.org/officeDocument/2006/relationships/slide" Target="slides/slide34.xml"/><Relationship Id="rId83" Type="http://schemas.openxmlformats.org/officeDocument/2006/relationships/slide" Target="slides/slide35.xml"/><Relationship Id="rId84" Type="http://schemas.openxmlformats.org/officeDocument/2006/relationships/slide" Target="slides/slide36.xml"/><Relationship Id="rId85" Type="http://schemas.openxmlformats.org/officeDocument/2006/relationships/slide" Target="slides/slide37.xml"/><Relationship Id="rId86" Type="http://schemas.openxmlformats.org/officeDocument/2006/relationships/slide" Target="slides/slide38.xml"/><Relationship Id="rId87" Type="http://schemas.openxmlformats.org/officeDocument/2006/relationships/slide" Target="slides/slide39.xml"/><Relationship Id="rId88" Type="http://schemas.openxmlformats.org/officeDocument/2006/relationships/slide" Target="slides/slide40.xml"/><Relationship Id="rId89" Type="http://schemas.openxmlformats.org/officeDocument/2006/relationships/slide" Target="slides/slide41.xml"/><Relationship Id="rId90" Type="http://schemas.openxmlformats.org/officeDocument/2006/relationships/slide" Target="slides/slide42.xml"/><Relationship Id="rId91" Type="http://schemas.openxmlformats.org/officeDocument/2006/relationships/slide" Target="slides/slide43.xml"/><Relationship Id="rId92" Type="http://schemas.openxmlformats.org/officeDocument/2006/relationships/slide" Target="slides/slide44.xml"/><Relationship Id="rId93" Type="http://schemas.openxmlformats.org/officeDocument/2006/relationships/slide" Target="slides/slide45.xml"/><Relationship Id="rId94" Type="http://schemas.openxmlformats.org/officeDocument/2006/relationships/slide" Target="slides/slide46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34D399">
              <a:alpha val="9000"/>
            </a:srgbClr>
          </a:solidFill>
          <a:ln w="12700">
            <a:solidFill>
              <a:srgbClr val="34D399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34D399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 &amp; Pictures of Quantum Mechanics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evolution, Schrödinger/Heisenberg pictures, constants of motion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L08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 &amp; Pictures of Quantum Mechanics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Unitary evolution Û(t) = e^{−iĤt/ℏ}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20–45 min: Schrödinger picture: states evolve, operators fixed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45–70 min: Heisenberg picture: operators evolve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 min: Constants of motion; [Â,Ĥ]=0 ⟺ conserved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Û(t) from unitarity and time-translation invariance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 fluently in both Schrödinger and Heisenberg pictures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Heisenberg equation of motion dÂ_H/dt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constants of motion via [Â,Ĥ]=0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as repeated tiny evolution steps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⟨Â⟩ with time; simple Hamiltonians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EOM; Ehrenfest's theorem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Time-ordering; interaction picture preview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theorem; one-parameter unitary groups; domain issues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Show Û†Û = Î if Ĥ is Hermitian · Prove d/dt ⟨ψ(t)|ψ(t)⟩ = 0 under unitary evolution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Derive Heisenberg EOM from d/dt⟨Â⟩ = d/dt⟨ψ|Â|ψ⟩ · Prove Ehrenfest: d⟨x̂⟩/dt = ⟨p̂⟩/m from Ĥ = p̂²/2m + V(x̂)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Key Formulas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exp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schrodinger eq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eom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3794760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ehrenfest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4142232"/>
            <a:ext cx="3584448" cy="23317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HS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⟨Â⟩ with time; simple Hamiltonians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as repeated tiny evolution steps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HS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707804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1542288" cy="445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900629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312922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91764"/>
            <a:ext cx="1350264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916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0273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2559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418457"/>
            <a:ext cx="2630424" cy="268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7415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97723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20583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368366"/>
            <a:ext cx="1990344" cy="4511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" y="58743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HS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L08 (HS). Exponential as repeated tiny evolution steps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HS: Unitary Flow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— Time Evolution &amp; Pictures of Quantum Mechanics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FLOW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— UNITARY FLOW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HS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HS question for L08.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HS question for L08.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— HS · Unitary Flow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HS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L08 (HS).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HS question for L08.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HS question for L08.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HS question for L08.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HS question for L08.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HS question for L08.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Core problem for L08 (HS). Exponential as repeated tiny evolution steps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Verification for L08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Proof exercise for L08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BegUG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as repeated tiny evolution steps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EOM; Ehrenfest's theorem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⟨Â⟩ with time; simple Hamiltonians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BegUG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063496" cy="34747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7877"/>
            <a:ext cx="1537218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03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31693"/>
            <a:ext cx="1289957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543757"/>
            <a:ext cx="3797808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94609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38912" y="418178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410380"/>
            <a:ext cx="2178698" cy="4572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922444"/>
            <a:ext cx="2142744" cy="2682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45532"/>
            <a:ext cx="2535594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8912" y="583074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BegUG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L08 (BegUG). Differentiate ⟨Â⟩ with time; simple Hamiltonians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BegUG: Heisenberg Schrodinger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 — Time Evolution &amp; Pictures of Quantum Mechanics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SCHRODINGER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 — HEISENBERG SCHRODINGER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BegUG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BegUG question for L08.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BegUG question for L08.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— BegUG · Heisenberg Schrodinger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BegUG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L08 (BegUG).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BegUG question for L08.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BegUG question for L08.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BegUG question for L08.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BegUG question for L08.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BegUG question for L08.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Core problem for L08 (BegUG). Differentiate ⟨Â⟩ with time; simple Hamiltonians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Verification for L08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Proof exercise for L08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AdvUG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⟨Â⟩ with time; simple Hamiltonians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Time-ordering; interaction picture preview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EOM; Ehrenfest's theorem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AdvUG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653007"/>
            <a:ext cx="11069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65071"/>
            <a:ext cx="2471928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72590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954503"/>
            <a:ext cx="1301496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" y="327759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38912" y="344012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02660"/>
            <a:ext cx="304190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99890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227500"/>
            <a:ext cx="1487424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" y="46298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38912" y="48655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094122"/>
            <a:ext cx="2706624" cy="326136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475122"/>
            <a:ext cx="2734056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L08 (AdvUG). Heisenberg EOM; Ehrenfest's theorem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AdvUG: Ehrenfest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 — Time Evolution &amp; Pictures of Quantum Mechanics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EHRENFEST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 — EHRENFEST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AdvUG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AdvUG question for L08.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AdvUG question for L08.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— AdvUG · Ehrenfest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AdvUG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L08 (AdvUG).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AdvUG question for L08.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AdvUG question for L08.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AdvUG question for L08.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AdvUG question for L08.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AdvUG question for L08.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Core problem for L08 (AdvUG). Heisenberg EOM; Ehrenfest's theorem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Verification for L08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Proof exercise for L08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MSc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EOM; Ehrenfest's theorem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theorem; one-parameter unitary groups; domain issues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Time-ordering; interaction picture preview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MSc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1453896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2118360" cy="432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1528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2135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442106"/>
            <a:ext cx="2426208" cy="35966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856634"/>
            <a:ext cx="1926336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3321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38912" y="45607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2325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8912" y="512147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8912" y="535007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38912" y="551261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MSc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L08 (MSc). Time-ordering; interaction picture preview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MSc: Exponential Steps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 — Time Evolution &amp; Pictures of Quantum Mechanics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STEPS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— EXPONENTIAL STEPS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MSc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MSc question for L08.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MSc question for L08.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— MSc · Exponential Steps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MSc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L08 (MSc).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MSc question for L08.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MSc question for L08.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MSc question for L08.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MSc question for L08.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MSc question for L08.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Core problem for L08 (MSc). Time-ordering; interaction picture preview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Verification for L08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Proof exercise for L08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PhD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Time-ordering; interaction picture preview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theorem; one-parameter unitary groups; domain issues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PhD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1376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4236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4058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069184"/>
            <a:ext cx="144475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15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7072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935806"/>
            <a:ext cx="2700528" cy="45720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447870"/>
            <a:ext cx="2535936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" y="49599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38912" y="512246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PhD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L08 (PhD). Stone's theorem; one-parameter unitary groups; domain issues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L08 (PhD).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PhD question for L08.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PhD question for L08.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PhD question for L08.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PhD question for L08.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PhD question for L08.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Core problem for L08 (PhD). Stone's theorem; one-parameter unitary groups; domain issues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Verification for L08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Proof exercise for L08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Forgetting sign: dÂ_H/dt = (i/ℏ)[Ĥ,Â_H], not [Â_H,Ĥ]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Mixing Schrödinger and Heisenberg pictures in same equation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Assuming e^{Â+B̂} = e^Â·e^{B̂} — only true if [Â,B̂]=0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Schrödinger (1926) — wave equation, Schrödinger picture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Heisenberg (1925) — matrix mechanics, Heisenberg picture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Dirac (1927) — interaction picture; both pictures equivalent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time_evolution  ·  unitary_exp  ·  schrodinger_eq  ·  heisenberg_eom  ·  ehrenfest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HS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HS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(HS).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(HS).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BegUG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BegUG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(BegUG).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(BegUG).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AdvUG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AdvUG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(AdvUG).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(AdvUG).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MSc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MSc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(MSc).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(MSc).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PhD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PhD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(PhD).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(PhD).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L08 (full): Time Evolution &amp; Pictures of Quantum Mechanics</dc:title>
  <dc:subject>PptxGenJS Presentation</dc:subject>
  <dc:creator>Diego Bragato</dc:creator>
  <cp:lastModifiedBy>Diego Bragato</cp:lastModifiedBy>
  <cp:revision>1</cp:revision>
  <dcterms:created xsi:type="dcterms:W3CDTF">2026-04-22T19:43:28Z</dcterms:created>
  <dcterms:modified xsi:type="dcterms:W3CDTF">2026-04-22T19:43:28Z</dcterms:modified>
</cp:coreProperties>
</file>