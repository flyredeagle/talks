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4D399">
              <a:alpha val="9000"/>
            </a:srgbClr>
          </a:solidFill>
          <a:ln w="12700">
            <a:solidFill>
              <a:srgbClr val="34D39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&amp; Pictures of Quantum Mechanics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L08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Unitary Flow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HS: Unitary 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FLOW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UNITARY 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L08.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L08.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HS · Unitary Flow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Heisenberg Schrodinger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BegUG: Heisenberg Schrodinger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SCHRODINGER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HEISENBERG SCHRODINGER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L08.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L08.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BegUG · Heisenberg Schrodinger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Ehrenfest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AdvUG: Ehrenfest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EHRENFEST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EHRENFEST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L08.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L08.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AdvUG · Ehrenfest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Exponential Steps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MSc: Exponential Steps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Time Evolution &amp; Pictures of Quantum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STEPS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EXPONENTIAL STEPS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Time Evolution &amp; Pictures of Quantum Mechanics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L08.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L08.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L08 — MSc · Exponential Steps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· MSc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L08 Deep Concept Slides</dc:title>
  <dc:subject>PptxGenJS Presentation</dc:subject>
  <dc:creator>Diego Bragato</dc:creator>
  <cp:lastModifiedBy>Diego Bragato</cp:lastModifiedBy>
  <cp:revision>1</cp:revision>
  <dcterms:created xsi:type="dcterms:W3CDTF">2026-04-26T12:53:43Z</dcterms:created>
  <dcterms:modified xsi:type="dcterms:W3CDTF">2026-04-26T12:53:43Z</dcterms:modified>
</cp:coreProperties>
</file>