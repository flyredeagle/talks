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4D399">
              <a:alpha val="9000"/>
            </a:srgbClr>
          </a:solidFill>
          <a:ln w="12700">
            <a:solidFill>
              <a:srgbClr val="34D399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34D399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&amp; Pictures of Quantum Mechanics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evolution, Schrödinger/Heisenberg pictures, constants of motion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lecture  ·  Dirac + Sakurai Dual-Track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L08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&amp; Pictures of Quantum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Unitary evolution Û(t) = e^{−iĤt/ℏ}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Schrödinger picture: states evolve, operators fixed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45–70 min: Heisenberg picture: operators evolve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Constants of motion; [Â,Ĥ]=0 ⟺ conserved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6517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651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Û(t) from unitarity and time-translation invariance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fluently in both Schrödinger and Heisenberg pictures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Heisenberg equation of motion dÂ_H/dt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constants of motion via [Â,Ĥ]=0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30168"/>
            <a:ext cx="64008" cy="16276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as repeated tiny evolution steps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630168"/>
            <a:ext cx="64008" cy="16276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⟨Â⟩ with time; simple Hamiltonians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630168"/>
            <a:ext cx="64008" cy="16276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EOM; Ehrenfest's theorem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630168"/>
            <a:ext cx="64008" cy="16276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Time-ordering; interaction picture preview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630168"/>
            <a:ext cx="2249424" cy="16276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630168"/>
            <a:ext cx="64008" cy="16276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3977640"/>
            <a:ext cx="20116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theorem; one-parameter unitary groups; domain issues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Show Û†Û = Î if Ĥ is Hermitian · Prove d/dt ⟨ψ(t)|ψ(t)⟩ = 0 under unitary evolution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Heisenberg EOM from d/dt⟨Â⟩ = d/dt⟨ψ|Â|ψ⟩ · Prove Ehrenfest: d⟨x̂⟩/dt = ⟨p̂⟩/m from Ĥ = p̂²/2m + V(x̂)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L08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Time Evolution &amp; Pictures of Quantum Mechanics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evolution, Schrödinger/Heisenberg pictures, constants of motion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418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21615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Û(t) from unitarity and time-translation invariance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fluently in both Schrödinger and Heisenberg pictures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6868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94183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APPLICATIONS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21615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Heisenberg equation of motion dÂ_H/dt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constants of motion via [Â,Ĥ]=0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L08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Content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Key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27020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261872"/>
            <a:ext cx="3480816" cy="229971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7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75760" y="914400"/>
            <a:ext cx="64008" cy="27020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exp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0352" y="1261872"/>
            <a:ext cx="3480816" cy="229971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985760" y="91440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85760" y="914400"/>
            <a:ext cx="64008" cy="27020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50352" y="98755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schrodinger eq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0352" y="1261872"/>
            <a:ext cx="3480816" cy="22997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726180"/>
            <a:ext cx="64008" cy="27020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eom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" y="4073652"/>
            <a:ext cx="3480816" cy="229971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75760" y="3726180"/>
            <a:ext cx="3700272" cy="270205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75760" y="3726180"/>
            <a:ext cx="64008" cy="27020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40352" y="379933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40352" y="4073652"/>
            <a:ext cx="3480816" cy="22997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L08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Common Pitfalls &amp; Historical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76072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PITFALLS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88720"/>
            <a:ext cx="552297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sign: dÂ_H/dt = (i/ℏ)[Ĥ,Â_H], not [Â_H,Ĥ]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Mixing Schrödinger and Heisenberg pictures in same equation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e^{Â+B̂} = e^Â·e^{B̂} — only true if [Â,B̂]=0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841248"/>
            <a:ext cx="5623560" cy="2286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841248"/>
            <a:ext cx="64008" cy="22860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91440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1188720"/>
            <a:ext cx="5385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(1926) — wave equation, Schrödinger picture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Heisenberg (1925) — matrix mechanics, Heisenberg picture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(1927) — interaction picture; both pictures equivalent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64408"/>
            <a:ext cx="576072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64408"/>
            <a:ext cx="64008" cy="3291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3375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611880"/>
            <a:ext cx="55229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Show Û†Û = Î if Ĥ is Hermitian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Prove d/dt ⟨ψ(t)|ψ(t)⟩ = 0 under unitary evolution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Compute |ψ(t)⟩ for two-level system Ĥ = ω₀σᵤ/2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3264408"/>
            <a:ext cx="5623560" cy="329184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264408"/>
            <a:ext cx="64008" cy="3291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337560"/>
            <a:ext cx="5385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Complex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538581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Derive Heisenberg EOM from d/dt⟨Â⟩ = d/dt⟨ψ|Â|ψ⟩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Prove Ehrenfest: d⟨x̂⟩/dt = ⟨p̂⟩/m from Ĥ = p̂²/2m + V(x̂)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Show [Â,Ĥ]=0 ⇒ ⟨Â⟩ constant in time in Schrödinger picture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L08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Problems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L08: Time Evolution &amp; Pictures of Quantum Mechanics</dc:title>
  <dc:subject>PptxGenJS Presentation</dc:subject>
  <dc:creator>Diego Bragato</dc:creator>
  <cp:lastModifiedBy>Diego Bragato</cp:lastModifiedBy>
  <cp:revision>1</cp:revision>
  <dcterms:created xsi:type="dcterms:W3CDTF">2026-04-21T17:01:21Z</dcterms:created>
  <dcterms:modified xsi:type="dcterms:W3CDTF">2026-04-21T17:01:21Z</dcterms:modified>
</cp:coreProperties>
</file>