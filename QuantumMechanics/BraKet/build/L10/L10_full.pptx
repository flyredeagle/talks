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59E0B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&amp; Finite-Dimensional Hilbert Spaces (SU(2))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Spin-1/2, Pauli matrices, rotation operators, Bloch sphere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Spin-1/2 as 2D Hilbert space; |+⟩, |−⟩ basis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Pauli matrices; spin operators Sₓ, Sᵧ, Sᵤ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Rotation operators U(θ,n̂) = e^{−iθσ·n̂/2}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Angular momentum algebra; SU(2)/SO(3) link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with spin-1/2 as prototype finite-dimensional QM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eigenkets and probabilities for all spin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rotation operators U(θ,n̂) = e^{−iθσ·n̂/2}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SU(2) group to physical rotations SO(3)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systems as qubits — conceptual motivation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vs SO(3), projective representations, Wigner theorem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eigenkets of σₓ in terms of |+z⟩ and |−z⟩ · Compute P(+x) for state |+z⟩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[σᵢ,σⱼ] = 2iεᵢⱼₖσₖ for all pairs · Derive U(θ,ẑ) = e^{−iθσᵤ/2} explicitly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x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commutator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op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state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systems as qubits — conceptual motivation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(HS). Two-state systems as qubits — conceptual motivation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L10 (HS). Two-state systems as qubits — conceptual motivation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L10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L10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systems as qubits — conceptual motivation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(BegUG). Compute spin measurement probabilities; Stern–Gerlach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L10 (BegUG). Compute spin measurement probabilities; Stern–Gerlach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L10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L10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(AdvUG). Rotation operators; verify [σᵢ,σⱼ] = 2iεᵢⱼₖσₖ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L10 (AdvUG). Rotation operators; verify [σᵢ,σⱼ] = 2iεᵢⱼₖσₖ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L10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L10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vs SO(3), projective representations, Wigner theorem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(MSc). Representation theory; angular momentum J+, J−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L10 (MSc). Representation theory; angular momentum J+, J−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L10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L10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vs SO(3), projective representations, Wigner theorem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(PhD). SU(2) vs SO(3), projective representations, Wigner theorem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L10 (PhD). SU(2) vs SO(3), projective representations, Wigner theorem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L10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L10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Off-by-2 in rotation: SU(2) element for 2π rotation is −Î, not +Î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σᵢ (dimensionless) with Sᵢ = ℏσᵢ/2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Bloch sphere θ is polar angle (0 to π), not azimuthal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Goudsmit &amp; Uhlenbeck (1925) — spin hypothesis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Pauli (1927) — Pauli matrices; spin-1/2 formalism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Cartan (1913) / Weyl (1925) — SU(2) representation theory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pauli_x  ·  pauli_commutator  ·  spin_op  ·  rotation_op  ·  bloch_state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L10 (full): Spin &amp; Finite-Dimensional Hilbert Spaces (SU(2))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