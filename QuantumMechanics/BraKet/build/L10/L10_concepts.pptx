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F59E0B">
              <a:alpha val="9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Concept Slides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&amp; Finite-Dimensional Hilbert Spaces (SU(2))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slide per core concept  ·  Full explanation  ·  Geometric diagram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353312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57984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57984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962656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62656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67328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concept slides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Bra-Ket — L10 Concepts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Bloch Sphere Spin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— High School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HS: Bloch Sphere Spin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— Spin &amp; Finite-Dimensional Hilbert Spaces (SU(2))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 SPHERE SPIN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— BLOCH SPHERE SPIN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Spin &amp; Finite-Dimensional Hilbert Spaces (SU(2)) at the HS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HS question for L10.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HS question for L10.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— HS · Bloch Sphere Spin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HS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Undergraduate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Pauli Matrices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— Beginning Undergraduate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BegUG: Pauli Matrices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Undergraduate — Spin &amp; Finite-Dimensional Hilbert Spaces (SU(2))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PAULI MATRICES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 — PAULI MATRICES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Spin &amp; Finite-Dimensional Hilbert Spaces (SU(2)) at the BegUG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BegUG question for L10.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BegUG question for L10.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— BegUG · Pauli Matrices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BegUG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Su2 Rotation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— Advanced Undergraduate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AdvUG: Su2 Rotation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 — Spin &amp; Finite-Dimensional Hilbert Spaces (SU(2))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SU2 ROTATION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 — SU2 ROTATION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Spin &amp; Finite-Dimensional Hilbert Spaces (SU(2)) at the AdvUG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AdvUG question for L10.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AdvUG question for L10.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— AdvUG · Su2 Rotation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AdvUG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Level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Angular Momentum Ladder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— Master's Level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MSc: Angular Momentum Ladder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Level — Spin &amp; Finite-Dimensional Hilbert Spaces (SU(2))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MOMENTUM LADDER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— ANGULAR MOMENTUM LADDER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Spin &amp; Finite-Dimensional Hilbert Spaces (SU(2)) at the MSc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MSc question for L10.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MSc question for L10.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— MSc · Angular Momentum Ladder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MSc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L10 Deep Concept Slides</dc:title>
  <dc:subject>PptxGenJS Presentation</dc:subject>
  <dc:creator>Diego Bragato</dc:creator>
  <cp:lastModifiedBy>Diego Bragato</cp:lastModifiedBy>
  <cp:revision>1</cp:revision>
  <dcterms:created xsi:type="dcterms:W3CDTF">2026-04-26T12:53:43Z</dcterms:created>
  <dcterms:modified xsi:type="dcterms:W3CDTF">2026-04-26T12:53:43Z</dcterms:modified>
</cp:coreProperties>
</file>