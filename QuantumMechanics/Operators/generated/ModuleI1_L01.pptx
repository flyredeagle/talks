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Hilbert Space of Quantum States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&amp; Algebraic Foundations — Module I.1, Lecture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Motivation — why Euclidean space is insufficient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Definition of a Hilbert space H: inner product, norm, completeness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Bounded vs. unbounded operators; operator norm; adjoint 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Anti-Hermitian operators; [Â†]† = Â; worked examples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definition of a Hilbert space and verify L²(ℝ) is 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bounded from unbounded operators with physical examples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adjoint Â† and compute it for 2×2 matrices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Hermitian (Â = Â†) and anti-Hermitian (Â = −Â†) operators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as overlap; norm as length; ℝ² and ℂ² as tangible examples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axioms in ℂⁿ; compute Â† for explicit matrices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adjoint is unique; show (ÂB̂)† = B̂†Â†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 space rigorously; operator norm; boundedness ↔ continuity equivalence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of unbounded operators; domain issues; Hellinger–Toeplitz theorem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verify Hilbert space axioms for ℂⁿ; compute adjoints of given 3×3 matrices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(Â†)† = Â; show bounded ⇒ continuous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norm visualiser for L² functions (simple); unbounded operator counterexample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TRACK — Infinite-Dimensional Generalisation of ℝⁿ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AS GEOMETRY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the right infinite-dimensional generalisation of ℝⁿ. The inner product ⟨·|·⟩ gives angles between states; completeness means no 'missing limits' in sequences of states.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AND ANGLES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 measures the overlap (angle) between two quantum states. Real part gives correlation; imaginary part encodes phase. Orthogonality ⟨φ|ψ⟩ = 0 means perfectly distinguishable states.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NO MISSING LIMITS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Cauchy sequence {|ψₙ⟩} with ‖|ψₙ⟩ − |ψₘ⟩‖ → 0 must converge to a state already in H. This is essential for time-evolution, Fourier expansions, and perturbation theory.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FROM INNER PRODUCT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‖|ψ⟩‖ = √⟨ψ|ψ⟩. This defines the 'length' of a state. Normalisation ⟨ψ|ψ⟩ = 1 ensures probabilities sum to unity.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ALGEBRAIC/AXIOMATIC TRACK — Formal Axioms and Operator Theory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AXIOMS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a complex vector space with inner product ⟨·|·⟩ satisfying: (1) conjugate symmetry ⟨φ|ψ⟩ = ⟨ψ|φ⟩*; (2) linearity in second argument; (3) positive definiteness ⟨ψ|ψ⟩ ≥ 0, = 0 iff |ψ⟩ = 0; (4) completeness.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OPERATOR Â†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is defined by ⟨φ|Âψ⟩ = ⟨Â†φ|ψ⟩ for all |φ⟩, |ψ⟩ ∈ H. For matrices: (Â†)ᵢⱼ = (Â)ⱼᵢ* (conjugate transpose). Properties: (Â†)† = Â, (ÂB̂)† = B̂†Â†.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vs. UNBOUNDED OPERATORS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is bounded if ‖Â‖ := sup{‖Â|ψ⟩‖ : ‖|ψ⟩‖ = 1} &lt; ∞. Physical examples — bounded: spin operators Ŝᵢ; unbounded: position x̂ and momentum p̂ on L²(ℝ).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AND ANTI-HERMITIAN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Hermitian: Â = Â† — real eigenvalues, observable. Anti-Hermitian: Â = −Â† — purely imaginary eigenvalues. Every operator decomposes: Â = (Â + Â†)/2 + (Â − Â†)/2.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L01.1: Motivation: Why Hilbert Space?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of Euclidean space and the need for infinite dimensions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INADEQUACY OF ℝⁿ FOR QUANTUM MECHANICS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require superposition over continuous variables (position, momentum). A particle's wavefunction ψ(x) ∈ L²(ℝ) cannot be represented in any finite-dimensional space. The correct arena is an infinite-dimensional Hilbert space.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NECESSITY OF COMPLEX NUMBERS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phenomena (double-slit experiment) require complex amplitudes. Real vector spaces cannot produce the interference cross-terms |A₁ + A₂|² = |A₁|² + |A₂|² + 2 Re(A₁*A₂) with the correct sign.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AS PHYSICAL REQUIREMENT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U(t)|ψ⟩ and Fourier-mode expansions require limits to exist within H. A non-complete space would have quantum states 'escaping' to outside the mathematical framework.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2160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 placed QM on rigorous mathematical footing using Hilbert spaces. Dirac's bra-ket notation (1930) provided the physical language that maps naturally onto this framework.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∈ ℂ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‖|ψ⟩‖ = √⟨ψ|ψ⟩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Cauchy: ‖|ψₙ⟩ − |ψₘ⟩‖ →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limit ∈ 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L²(ℝ) as a Hilbert space: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ψ(x) with ∫|ψ|²dx &lt; 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= ∫φ*(x)ψ(x)dx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‖ψ‖² = ∫|ψ(x)|²dx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Riesz–Fischer theorem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Gaussian ψ = N·exp(−x²/2σ²) ∈ L²(ℝ)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L01.2: Hilbert Space Definition and Axioms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structure: inner product, norm, and completeness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HILBERT SPACE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Hilbert space H is a complete inner product space over ℂ. The inner product ⟨·|·⟩: H × H → ℂ satisfies four axioms: (1) conjugate symmetry, (2) linearity in second slot, (3) positive definiteness, (4) non-degeneracy.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INNER PRODUCT AXIOMS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(IP1) ⟨φ|ψ⟩ = ⟨ψ|φ⟩*  [conjugate symmetry]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(IP2) ⟨φ|αψ + βχ⟩ = α⟨φ|ψ⟩ + β⟨φ|χ⟩  [linearity]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(IP3) ⟨ψ|ψ⟩ ≥ 0  [positive semidefinite]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(IP4) ⟨ψ|ψ⟩ = 0 ⟺ |ψ⟩ = 0  [non-degeneracy]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93522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AND TRIANGLE INEQUALITIES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729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⟨φ|φ⟩·⟨ψ|ψ⟩  [Cauchy–Schwarz]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‖|φ⟩ + |ψ⟩‖ ≤ ‖|φ⟩‖ + ‖|ψ⟩‖  [Triangle inequality]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AND NON-EXAMPLES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ℂⁿ (finite dim.), L²(ℝ), L²([0,1]), ℓ²(ℤ). Non-Hilbert spaces: C([0,1]) with L²-norm (not complete); L²ₗₒc without the square-integrability constraint.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⟨φ|ψ⟩* = ⟨ψ|φ⟩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|⟨φ|ψ⟩|² ≤ ‖φ‖²‖ψ‖²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‖|ψ⟩‖ = ⟨ψ|ψ⟩^(1/2)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ℂⁿ: ⟨φ|ψ⟩ = Σᵢ φᵢ*ψᵢ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ℂ² is a Hilbert space: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|φ⟩ = (φ₁,φ₂)ᵀ, |ψ⟩ = (ψ₁,ψ₂)ᵀ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⟨φ|ψ⟩ = φ₁*ψ₁ + φ₂*ψ₂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symmetry: ✓ by inspection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Linearity: ✓ distributivity of 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⟨ψ|ψ⟩ = |ψ₁|² + |ψ₂|² ≥ 0 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ℂⁿ is complete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L01.3: Bounded and Unbounded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norm, domain, and physical examples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OPERATORS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Â: H → H is bounded if ‖Â‖ := sup{‖Â|ψ⟩‖/‖|ψ⟩‖ : |ψ⟩ ≠ 0} &lt; ∞. Equivalently, Â is bounded iff it is continuous. All operators on finite-dimensional spaces are bounded.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AND DOMAIN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Â: D(Â) → H are only defined on a dense subset D(Â) ⊂ H. Key examples: x̂ (position) and p̂ = −iℏ∂/∂x (momentum) on L²(ℝ). These are unbounded because x̂|ψₙ⟩ can have ‖x̂|ψₙ⟩‖ → ∞ for normalised |ψₙ⟩.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ADJOINT OPERATOR Â†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via ⟨φ|Âψ⟩ = ⟨Â†φ|ψ⟩ for all |φ⟩ ∈ D(Â†) and |ψ⟩ ∈ D(Â). For matrices: (Â†)ᵢⱼ = Âⱼᵢ* (conjugate transpose). Key property: (Â†)† = Â when Â is bounded.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CLASSIFICATIONS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Hermitian (self-adjoint): Â = Â† → real eigenvalues (observables)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Anti-Hermitian: Â = −Â† → imaginary eigenvalues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Unitary: ÂÂ† = Â†Â = 1̂ → norm-preserving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Normal: ÂÂ† = Â†Â → diagonalisable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‖Â‖ = sup‖Â|ψ⟩‖/‖|ψ⟩‖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⟨φ|Âψ⟩ = ⟨Â†φ|ψ⟩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(Â†)ᵢⱼ = (Â)ⱼᵢ*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(ÂB̂)† = B̂†Â†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(Â†)† = 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spin-1/2 operator: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σ₊ = [[0,1],[0,0]] (raising operator)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 = (Â*)ᵀ = [[0,0],[1,0]] = σ₋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⟨φ|σ₊ψ⟩ = ⟨σ₋φ|ψ⟩ ✓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example: iσᵧ = [[0,1],[-1,0]]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(iσᵧ)† = −iσᵧ = −(iσᵧ)  ✓ anti-Hermitian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L01.4: Hermitian and Anti-Hermitian Operators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properties, and the decomposition theorem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OPERATORS: Â = Â†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Hermitian operator satisfies ⟨φ|Âψ⟩ = ⟨Âφ|ψ⟩ for all |φ⟩, |ψ⟩. Key properties: (1) all eigenvalues are real, (2) eigenvectors for distinct eigenvalues are orthogonal, (3) eigenvectors form a complete basis (spectral theorem).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 OPERATORS: Â = −Â†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anti-Hermitian operator satisfies Â† = −Â. Properties: (1) all eigenvalues are purely imaginary (λ = iμ, μ ∈ ℝ), (2) iÂ is Hermitian. Physical role: generators of unitary transformations are anti-Hermitian; observables = i × generators.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(Â†)† = Â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definition of adjoint: ⟨φ|(Â†)†ψ⟩ = ⟨(Â†)φ|ψ⟩ for all |φ⟩, |ψ⟩.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⟨(Â†)φ|ψ⟩ = ⟨ψ|(Â†)φ⟩* = ⟨Â†ψ|φ⟩* ... Applying the adjoint definition twice recovers the original operator. Therefore (Â†)† = Â. 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THEOREM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decomposes uniquely into Hermitian and anti-Hermitian parts: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(Â + Â†)/2 + (Â − Â†)/2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Â_H + Â_AH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Â_H is Hermitian and Â_AH is anti-Hermitian.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Hermitian: Â = 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Anti-Hermitian: Â = −Â†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(Â†)† = Â  [involution]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 = (Â + Â†)/2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 = (Â − Â†)/2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Â = [[1+i, 2],[3, 4−i]]: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 = [[1−i, 3],[2, 4+i]]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 = [[1, 5/2],[5/2, 4]] (Hermitian part)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Â_AH = [[i, −1/2],[1/2, −i]] (anti-Hermitian)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Verify: Â_H = Â_H†  ✓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Verify: Â_AH† = −Â_AH  ✓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Check: Â_H + Â_AH = Â 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L01.4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inner product as 'overlap' between states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norm as 'length' of a quantum state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ℝ² and ℂ² as concrete finite-dimensional examples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Hermitian vs. non-Hermitian 2×2 matrices by inspection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ℂ² example: |+⟩ = (1,0), |−⟩ = (0,1)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⟨+|−⟩ = 1·0 + 0·1 = 0 (orthogonal)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‖|+⟩‖ = √(1²+0²) = 1 (normalised)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[[1,0],[0,−1]]: σ_z† = σ_z ✓ Hermitian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⟨φ|ψ⟩ for |φ⟩=(1,i)/√2, |ψ⟩=(i,1)/√2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σ_x is Hermitian; verify iσ_x is anti-Hermitian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Find ‖α|+⟩ + β|−⟩‖ in terms of |α|, |β|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arrow addition in 2D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factors e^(iθ) as unit complex numbers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vector addition in ℂ²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four Hilbert space axioms for ℂⁿ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explicit 2×2 and 3×3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definition of bounded operator and operator norm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Cauchy–Schwarz: |⟨φ|ψ⟩|² ≤ ‖φ‖²‖ψ‖²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Â† for Â = [[1+i, 2−i],[3i, 4]]: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Transpose → [[1+i, 3i],[2−i, 4]]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Complex conjugate → [[1−i, −3i],[2+i, 4]]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Â† = [[1−i, −3i],[2+i, 4]]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adjoint of a general 2×2 complex matrix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axiom (IP2) for L²([0,1]) explicitly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Show the operator norm satisfies ‖Â‖ ≥ 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Is σ_z + iσ_y Hermitian, anti-Hermitian, or neither?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‖Â‖ = ‖Â†‖ for bounded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Frobenius norm ‖Â‖_F = √Tr(Â†Â)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BegUG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adjoint is unique given inner product structure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(ÂB̂)† = B̂†Â† from the adjoint definition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explicit examples of unbounded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bounded ⟺ continuous for linear operators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(ÂB̂)† = B̂†Â†: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⟨φ|(ÂB̂)ψ⟩ = ⟨Â†φ|B̂ψ⟩ = ⟨B̂†Â†φ|ψ⟩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uniqueness of adjoint: (ÂB̂)† = B̂†Â† □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Key: adjoint reverses operator order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adjoint is unique (use non-degeneracy of IP)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p̂ = −iℏd/dx is Hermitian on S(ℝ) ⊂ L²(ℝ)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Prove bounded ⟺ continuous for linear operators on 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Find ‖σ_x‖ using the operator norm definition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graph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Hellinger–Toeplitz: everywhere-defined Hermitian ⟹ bounded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AdvUG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L²(ℝ) rigorously via Lebesgue integration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operator norm and relate to spectral radius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apply the Hellinger–Toeplitz theorem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bounded ↔ continuous and domain considerations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‖x̂‖ on L²([-N,N]):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ψₙ = χ_[n,n+1]/√1, ‖x̂ψₙ‖ ≈ n → ∞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x̂ is unbounded on L²(ℝ) ✓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‖x̂‖ on L²([-N,N]) = N (finite, bounded)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Use Riesz–Fischer to prove L²(ℝ) is complete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Prove operator norm ‖Â‖ = sup of spectrum |σ(Â)|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State Hellinger–Toeplitz theorem; give counterexample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radius formula: r(Â) = lim ‖Âⁿ‖^(1/n)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to spectral theorem for bounded self-adjoint operators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MSc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Space of Quantum States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spectrum of unbounded operators rigorously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domain issues for Hermitian vs. self-adjoint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Hellinger–Toeplitz theorem with proof sketch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operators by their deficiency indices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distinction for p̂ on L²([0,1]):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D(p̂_min) = H¹₀(0,1): p̂ is Hermitian, not self-adjoint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D(p̂_θ) = {ψ: ψ(1) = e^(iθ)ψ(0)}: self-adjoint extension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θ ∈ [0,2π) gives distinct self-adjoint extension!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Hellinger–Toeplitz: dom(Â) = H, Hermitian ⟹ bounded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deficiency indices (n₊,n₋) for p̂ on L²([0,1])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operators and closed extensions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deficiency index theorem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theory: resolvent set, point/continuous/residual spectrum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PhD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'Hermitian' with 'self-adjoint' — they differ for unbounded operators on domains D(Â) ⊊ 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complex conjugation in adjoint: (Â†)ᵢⱼ = Â*ⱼᵢ not Âⱼᵢ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all operators on H are bounded — x̂ and p̂ are not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⟨φ|ψ⟩ as symmetric — it is conjugate-symmetric: ⟨φ|ψ⟩ = ⟨ψ|φ⟩*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operator norm ‖Â‖ with Frobenius norm ‖Â‖_F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anti-Hermitian operators have imaginary (not real) eigenvalues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(1900s): spectral theory of integral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(1932): Mathematical Foundations of QM — axiomatic Hilbert space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&amp; Toeplitz (1910): unbounded symmetric operators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(1930s): self-adjoint extensions and domains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product: ⟨φ|ψ⟩ = Σᵢφᵢ*ψᵢ (ℂⁿ)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Adjoint: (Â†)ᵢⱼ = Â*ⱼᵢ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‖|ψ⟩‖ = √⟨ψ|ψ⟩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Â = Â† (Hermitian), Â = −Â† (anti-Herm.)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L02: Unitary operators Û with ÛÛ† = 1̂ built from Hermitian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L03: Spectral theorem requires self-adjoint operators; real eigenvalues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L04: Matrix exponential e^(iÂ) uses adjoint structure extensively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~1h): Inner Product Visualiser in ℂ²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~2-3h): Norm of L² Functions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Explain why complex amplitudes are necessary for quantum interference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5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Adjoint Calculator with Verification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Operator Norms for 3×3 Matrices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Cauchy–Schwarz inequality from the axioms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~2h): Bounded vs. Unbounded Operator Explorer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Domain of p̂ on L²([0,1])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bounded ⟺ continuous for linear maps on 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L² Completeness via Cauchy Sequences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Operator norm vs. Frobenius norm study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Hellinger–Toeplitz theorem — statement, proof, implications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~3h): Rigour Checklist for Hilbert Space Axioms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Self-Adjoint Extensions of p̂ on [0,1]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Von Neumann's deficiency index theory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L01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Mechanics, 3rd 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Fundamental Concepts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Dirac, P.A.M.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Quantum Mechanics, 4th ed.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1–2: Notation &amp; Hilbert Space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&amp; Chuang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Computation &amp; Quantum Information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Linear Algebra Primer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&amp; Simon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 Modern Mathematical Physics, Vol. 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Hilbert Spaces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 &amp; Pascual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Mathematical Framework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Mathematical Physics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Hilbert Space Theory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of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Foundational axiomatic treatment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(1912)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Grundzüge einer allgemeinen Theorie der linearen Integralgleichungen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 of Hilbert space concept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&amp; Toeplitz (1910)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Grundsätzliches über Sturm-Liouville'sche Theorie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First treatment of unbounded operators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L01: The Hilbert Space of Quantum States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