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Uncertainty and Commutation Relations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 · CSCO · Quantum Zeno Effect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and Commutation Relations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Commutators as algebraic fingerprint of incompatibility; [x̂,p̂] = iℏ; Jacobi identity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Robertson inequality ΔA·ΔB ≥ ½|⟨[Â,B̂]⟩| derived via Cauchy–Schwarz; Schrödinger improvement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CCRs [x̂ᵢ,p̂ⱼ] = iℏδᵢⱼ; Stone–von Neumann theorem (statement); CSCO and quantum numbers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Compatible/incompatible measurements; projection postulate; sequential measurements; Zeno effect; ΔEΔt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Robertson's uncertainty inequality from the Cauchy–Schwarz inequality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commutators for polynomial functions of x̂ and p̂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 complete set of commuting observables (CSCO) and explain how it labels states uniquely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compatible from incompatible observables and their measurement implications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clumsy measurements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 common eigenbasis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Neumann theorem and its physics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entropic uncertainty relations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Evaluate commutators; compute variances for HO eigenstates; verify Robertson inequality numerically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Robertson inequality from scratch; prove saturation condition; CSCO for 3D central potential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[x̂,p̂] = iℏ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commutation relation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(ΔA)² = ⟨Â²⟩ − ⟨Â⟩²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ΔA·ΔB ≥ ½|⟨[Â,B̂]⟩|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inequality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Saturation: |δÂ|ψ⟩ = iλ|δB̂|ψ⟩ for real 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uncertainty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[Â,B̂] = 0 ⟺ simultaneous eigenbasis exists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CSCO: {Â₁,Â₂,...} mutually commuting, labels states uniquely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Infinitesimal Generators, Symmetries, and Noether's Theorem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[Â,B̂] ≠ 0 imply that Â and B̂ cannot be simultaneously sharp?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The uncertainty principle is a statement about measurement disturbance.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the Robertson inequality and identify when it is saturated.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a CSCO and why does hydrogen need three quantum numbers (n,l,m)?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If [Â,B̂] = 0, both operators share at least one common eigenvector.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Explain the quantum Zeno effect in one sentence.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Compute [x̂², p̂] using [x̂,p̂] = iℏ.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energy–time uncertainty relation and why is Δt not an operator?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Uncertainty and Commutation Relations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cannot know both position and momentum exactly' — why it is NOT about clumsy measurements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[x̂,p̂²], [x̂²,p̂] from CCR; evaluate ΔxΔp for a Gaussian wavepacket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Robertson inequality; saturation conditions; prove [Â,B̂]=0 ⟺ common eigenbasis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stronger uncertainty relation; CSCO for hydrogen; Stone–von Neumann theorem and its physics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form of CCR; non-equivalent representations; quantum Zeno rigorously; entropic uncertainty relations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commutators; compute variances for HO eigenstates; verify Robertson inequality numerically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scratch; prove saturation condition; CSCO for 3D central potential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Uncertainty and Commutation Relations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L03 — Uncertainty and Commutation Relations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