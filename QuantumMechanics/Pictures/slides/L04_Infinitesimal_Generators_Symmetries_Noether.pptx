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Infinitesimal Generators, Symmetries, &amp; Noether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· Conservation Laws · Discrete Symmetries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↔ Mathematical Dual-Track — Lecture 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Infinitesimal Generators, Symmetries, &amp; Noether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One-parameter unitary groups Û(θ) = e^{iθĜ}; Stone's theorem; momentum, L̂, Ĥ as generators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Symmetry of Ĥ: [Ĥ,Û]=0 ⟺ [Ĥ,Ĝ]=0; conservation of Ĝ in Heisenberg picture = Noether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45–65 min: Discrete symmetries: parity Π̂, charge conjugation Ĉ, time reversal T̂ (anti-unitary); CPT theorem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Symmetry breaking: explicit vs. spontaneous; degenerate ground states; Goldstone modes (qualitative)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the generator of a given one-parameter unitary group using Stone's theorem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 Noether's theorem in quantum mechanics via the Heisenberg equation of motion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Classify discrete symmetries and their representations (unitary vs. anti-unitary)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explicit from spontaneous symmetry breaking and describe physical consequences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 physics looks the same after a transformation, something is conserved' — deepest symmetry principle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[Ĥ,p̂]=0 for translationally invariant Ĥ; check parity of simple wavefunctions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Noether's theorem from Heisenberg EOM; parity selection rules; show Π̂x̂Π̂⁻¹=−x̂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 generators; structure constants; su(2) algebra; full Wigner classification of discrete symmetries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representations; central extensions; spontaneous breaking and Goldstone; Wigner–Eckart preview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Identify generators for rotations/translations/phase shifts; verify conservation laws; parity of wavefunctions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Noether's theorem in Heisenberg picture; classify H-atom symmetries; analyse CPT invariance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 — Key Formulas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mathematical results for this lecture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Û(θ) = e^{iθĜ}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one-parameter unitary group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[Ĥ,Ĝ] = 0 ⟺ d⟨Ĝ⟩/dt = 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Noether's theorem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Π̂x̂Π̂⁻¹ = −x̂,  Π̂p̂Π̂⁻¹ = −p̂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action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T̂ is anti-unitary: T̂(α|ψ⟩) = α*T̂|ψ⟩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reversal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Ĝ = −i dÛ/dθ|_{θ=0}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— generator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CPT is an exact symmetry of all local QFTs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theorem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L04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 — Concept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does Stone's theorem guarantee about the generator of a unitary group?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State Noether's theorem in quantum mechanics using the Heisenberg equation.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True/False: Time reversal T̂ is a unitary symmetry.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Why is momentum conservation linked to translation invariance?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distinguishes explicit symmetry breaking from spontaneous symmetry breaking?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True/False: CPT is violated by the weak interaction.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Give an example of a system with parity symmetry and one without.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are Goldstone modes and when do they appear?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Infinitesimal Generators, Symmetries, &amp; Noether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 physics looks the same after a transformation, something is conserved' — deepest symmetry principle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[Ĥ,p̂]=0 for translationally invariant Ĥ; check parity of simple wavefunctions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Noether's theorem from Heisenberg EOM; parity selection rules; show Π̂x̂Π̂⁻¹=−x̂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 generators; structure constants; su(2) algebra; full Wigner classification of discrete symmetries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representations; central extensions; spontaneous breaking and Goldstone; Wigner–Eckart preview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generators for rotations/translations/phase shifts; verify conservation laws; parity of wavefunctions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Noether's theorem in Heisenberg picture; classify H-atom symmetries; analyse CPT invariance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Infinitesimal Generators, Symmetries, &amp; Noether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L04 — Infinitesimal Generators, Symmetries, &amp; Noether</dc:title>
  <dc:subject>Quantum Dynamics, Perturbation Theory, and Physical Systems</dc:subject>
  <dc:creator>QM Programme</dc:creator>
  <cp:lastModifiedBy>QM Programme</cp:lastModifiedBy>
  <cp:revision>1</cp:revision>
  <dcterms:created xsi:type="dcterms:W3CDTF">2026-04-26T22:18:20Z</dcterms:created>
  <dcterms:modified xsi:type="dcterms:W3CDTF">2026-04-26T22:18:20Z</dcterms:modified>
</cp:coreProperties>
</file>