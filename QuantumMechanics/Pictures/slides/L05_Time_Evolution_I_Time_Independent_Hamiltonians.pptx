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Evolution I — Time-Independent Hamiltonians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 Equation · Û(t) · Stationary States · Probability Current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Wave-Mechanics ↔ Operator Dual-Track — Lecture 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L05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I — Time-Independent Hamiltonians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 min: Time-evolution postulate iℏ∂_t|ψ(t)⟩ = Ĥ|ψ(t)⟩; linearity and unitarity requirements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15–40 min: Time evolution operator Û(t,t₀): group property, unitarity; time-independent case Û(t)=e^{−iĤt/ℏ}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40–65 min: Stationary states Ĥ|Eₙ⟩=Eₙ|Eₙ⟩; general solution; expectation values of time-independent operators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Time-reversal anti-unitary T̂; Kramers degeneracy; probability current j; continuity equation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Û(t) = e^{−iĤt/ℏ} from the time-evolution postulate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Evolve an arbitrary initial state by expanding in the energy eigenbasis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and exploit stationary state structure for computing expectation values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the probability current and continuity equation in position representation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Hamiltonian is the quantum engine of time evolution' — energy eigenstates oscillate simply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a two-level system; compute ⟨σ̂_z⟩(t); derive Rabi oscillation frequency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Û; probability current; prove unitarity of e^{−iĤt/ℏ} for Hermitian 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Time-reversal symmetry; Kramers degeneracy proof for half-integer spin; Stone's theorem connection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and generator domain; self-adjoint extensions; Zeno paradox and its resolution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Evolve superposition states; compute ⟨Ê⟩(t), ⟨x̂⟩(t); derive probability current for plane waves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group property of Û; unitarity; derive continuity equation; analyse Kramers degeneracy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 — Key Formulas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mathematical results for this lecture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iℏ ∂_t|ψ(t)⟩ = Ĥ|ψ(t)⟩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Û(t) = e^{−iĤt/ℏ}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time-independent Ĥ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|ψ(t)⟩ = Σₙ cₙ e^{−iEₙt/ℏ} |Eₙ⟩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solution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(ℏ/2mi)(ψ*∇ψ − ψ∇ψ*)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current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∂_t|ψ|² + ∇·j = 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equation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Kramers: T̂²=−1 ⟹ at least 2-fold degeneracy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Generators, Symmetries, and Noether's Theorem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Time Evolution II: Time-Dependent Hamiltonians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L05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 — Concept Questions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must the time-evolution operator be unitary?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True/False: The energy expectation value changes with time for a stationary state.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is the group property of Û(t,t₀) and what does it imply physically?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Derive the time derivative of ⟨Â⟩ for a time-independent operator Â.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True/False: T̂ is a unitary operator. Justify (hint: T̂ involves complex conjugation).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What is Kramers degeneracy and when does it occur?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Write the continuity equation for probability density and identify each term.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 does the position-space Schrödinger equation emerge from the abstract TDSE?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Time Evolution I — Time-Independent Hamiltonians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Hamiltonian is the quantum engine of time evolution' — energy eigenstates oscillate simply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a two-level system; compute ⟨σ̂_z⟩(t); derive Rabi oscillation frequency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Û; probability current; prove unitarity of e^{−iĤt/ℏ} for Hermitian 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Time-reversal symmetry; Kramers degeneracy proof for half-integer spin; Stone's theorem connection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and generator domain; self-adjoint extensions; Zeno paradox and its resolution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superposition states; compute ⟨Ê⟩(t), ⟨x̂⟩(t); derive probability current for plane waves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group property of Û; unitarity; derive continuity equation; analyse Kramers degeneracy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Time Evolution I — Time-Independent Hamiltonians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L05 — Time Evolution I — Time-Independent Hamiltonians</dc:title>
  <dc:subject>Quantum Dynamics, Perturbation Theory, and Physical Systems</dc:subject>
  <dc:creator>QM Programme</dc:creator>
  <cp:lastModifiedBy>QM Programme</cp:lastModifiedBy>
  <cp:revision>1</cp:revision>
  <dcterms:created xsi:type="dcterms:W3CDTF">2026-04-26T22:18:20Z</dcterms:created>
  <dcterms:modified xsi:type="dcterms:W3CDTF">2026-04-26T22:18:20Z</dcterms:modified>
</cp:coreProperties>
</file>