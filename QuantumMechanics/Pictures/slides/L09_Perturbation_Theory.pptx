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Perturbation Theory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RSPT · Degenerate PT · Variational Principle · Feynman–Hellmann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↔ Formal Dual-Track — Lecture 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Theory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Setup: Ĥ=Ĥ₀+λV̂; perturbative ansatz; non-degenerate case; convergence conditions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RSPT: E_n^{(1)}=⟨n⁰|V̂|n⁰⟩; first-order state correction; second-order energy; breakdown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Degenerate PT: degenerate subspace; block-diagonalise V̂; secular equation; correct zeroth-order states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Feynman–Hellmann theorem; adiabatic theorem (statement); Ritz variational principle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first- and second-order energy corrections in non-degenerate RSPT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first-order state corrections and apply them to matrix elements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degenerate perturbation theory by diagonalising V̂ in the degenerate subspace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Feynman–Hellmann theorem and the Ritz variational principle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 expansion for energies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diagonalisation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Feynman–Hellmann proof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proof sketch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resummation methods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First-order corrections for anharmonic oscillator λx̂⁴; linear and quadratic Stark effect; variational bound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Second-order energy for shifted HO; degenerate PT for n=2 hydrogen; Feynman–Hellmann for HO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 = Ĥ₀ + λV̂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splitting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E_n^{(1)} = ⟨n⁰|V̂|n⁰⟩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|n^{(1)}⟩ = Σ_{m≠n} ⟨m⁰|V̂|n⁰⟩/(E_n⁰−E_m⁰) |m⁰⟩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E_n^{(2)} = Σ_{m≠n} |⟨m⁰|V̂|n⁰⟩|²/(E_n⁰−E_m⁰)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∂E_n/∂λ = ⟨n|∂Ĥ/∂λ|n⟩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Feynman–Hellmann theorem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E₀ ≤ ⟨φ|Ĥ|φ⟩/⟨φ|φ⟩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Ritz variational principle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L09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expansion parameter λ in RSPT and when is the perturbation series valid?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The first-order energy correction is always nonzero. Justify with a counter-example.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degenerate PT require diagonalising V̂ in the degenerate subspace first?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the Feynman–Hellmann theorem and give one physical application.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The variational energy is always an overestimate of the ground-state energy.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breaks down in non-degenerate PT when two unperturbed levels are nearly degenerate?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Write the secular equation for degenerate PT in a 2-fold degenerate subspace.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does the Born–Oppenheimer approximation use the adiabatic theorem?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Perturbation Theory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 expansion for energies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diagonalisation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Feynman–Hellmann proof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proof sketch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resummation methods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corrections for anharmonic oscillator λx̂⁴; linear and quadratic Stark effect; variational bound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 for shifted HO; degenerate PT for n=2 hydrogen; Feynman–Hellmann for HO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Perturbation Theory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L09 — Perturbation Theory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