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Bases: Discrete and Continuous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of Identity · Wavefunctions · Fourier Transform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↔ Mathematical Dual-Track — Lecture 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Bases: Discrete and Continuous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Discrete ONB; ⟨eᵢ|eⱼ⟩ = δᵢⱼ; Î = Σᵢ|eᵢ⟩⟨eᵢ|; basis changes via unitary matrices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Continuous bases: x̂|x⟩ = x|x⟩; ⟨x|x'⟩ = δ(x−x'); Î = ∫dx|x⟩⟨x|; ψ(x) = ⟨x|ψ⟩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45–70 min: Momentum representation ψ̃(p) = ⟨p|ψ⟩; ⟨x|p⟩ = e^{ipx/ℏ}/√(2πℏ); Fourier transform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Dirac delta distribution: properties, Fourier representation; over-completeness preview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the resolution of identity in discrete and continuous forms to evaluate any bracket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the wavefunction ψ(x) = ⟨x|ψ⟩ as a projection onto the position basis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 basis changes between position and momentum representations via Fourier transforms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Manipulate delta functions and understand their distributional nature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same state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δ-function properties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matrix elements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on L²(ℝ)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 theory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ψ(x) and ψ̃(p) for Gaussian and square-well states; evaluate ⟨x|p̂|ψ⟩ via completeness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Fourier transform is unitary on L²; delta-function identities and distributional derivatives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Key Formulas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mathematical results for this lecture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Σᵢ |eᵢ⟩⟨eᵢ|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completeness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 = ∫dx |x⟩⟨x|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completeness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ψ(x) = ⟨x|ψ⟩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wavefunction as projection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⟨x|p⟩ = e^{ipx/ℏ}/√(2πℏ)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position-momentum overlap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ψ̃(p) = ∫ e^{−ipx/ℏ}/√(2πℏ) ψ(x)dx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transform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∫δ(x−x₀)f(x)dx = f(x₀)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sifting property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L01 — Pure/Mixed States and the Density Matrix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L02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Concept Questions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resolution of identity and why is it called 'completeness'?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⟨x|x'⟩ = δ(x−x') means position eigenstates are normalisable.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is the Fourier transform a unitary change of basis?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ψ(x) = ⟨x|ψ⟩ geometrically — what does it mean?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The momentum eigenstate |p⟩ is square-integrable.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Insert identity twice to convert ⟨x|Â²|ψ⟩ into position-space integrals.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What is the Dirac delta distribution — not a function but a...?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Compare discrete vs. continuous completeness relations. What fundamentally changes?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Bases: Discrete and Continuous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'Snapshots' in different languages — why ψ(x) is just one way to describe the same 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from a discrete-basis ket; evaluate simple Fourier transforms; use δ-function properties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Parseval–Plancherel from completeness; handle δ(x) carefully in operator matrix elements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theory; generalised eigenvectors; Fourier transform as unitary map on L²(ℝ)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Gel'fand triple Φ ⊂ L² ⊂ Φ'; nuclear spectral theorem; coherent states and frame theory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ψ(x) and ψ̃(p) for Gaussian and square-well states; evaluate ⟨x|p̂|ψ⟩ via completeness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Fourier transform is unitary on L²; delta-function identities and distributional derivatives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Bases: Discrete and Continuous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L02 — Bases: Discrete and Continuous</dc:title>
  <dc:subject>Quantum Dynamics, Perturbation Theory, and Physical Systems</dc:subject>
  <dc:creator>QM Programme</dc:creator>
  <cp:lastModifiedBy>QM Programme</cp:lastModifiedBy>
  <cp:revision>1</cp:revision>
  <dcterms:created xsi:type="dcterms:W3CDTF">2026-04-26T22:18:20Z</dcterms:created>
  <dcterms:modified xsi:type="dcterms:W3CDTF">2026-04-26T22:18:20Z</dcterms:modified>
</cp:coreProperties>
</file>