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Bases: Discrete and Continuous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 · Wavefunctions · Fourier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↔ Mathematical Dual-Track — Lecture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Bases: Discrete and Continuous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Bases: Discrete and Continuous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Discrete ONB; ⟨eᵢ|eⱼ⟩ = δᵢⱼ; Î = Σᵢ|eᵢ⟩⟨eᵢ|; basis changes via unitary matrices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Continuous bases: x̂|x⟩ = x|x⟩; ⟨x|x'⟩ = δ(x−x'); Î = ∫dx|x⟩⟨x|; ψ(x) = ⟨x|ψ⟩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Momentum representation ψ̃(p) = ⟨p|ψ⟩; ⟨x|p⟩ = e^{ipx/ℏ}/√(2πℏ); Fourier transform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Dirac delta distribution: properties, Fourier representation; over-completeness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the resolution of identity in discrete and continuous forms to evaluate any bracket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wavefunction ψ(x) = ⟨x|ψ⟩ as a projection onto the position basis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basis changes between position and momentum representations via Fourier transforms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Manipulate delta functions and understand their distributional nature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same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δ-function properties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matrix elements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on L²(ℝ)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 theory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ψ(x) and ψ̃(p) for Gaussian and square-well states; evaluate ⟨x|p̂|ψ⟩ via completeness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Fourier transform is unitary on L²; delta-function identities and distributional derivatives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Resolution of Identity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Insert completeness in discrete and continuous forms to evaluate any bracket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completeness in discrete and continuous forms to evaluate any bracket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Discrete: Î = Σᵢ |eᵢ⟩⟨eᵢ|  — insert between any two operators or states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Continuous: Î = ∫dx |x⟩⟨x|  — use when working in position representation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Application: ⟨x|p̂|ψ⟩ = ∫⟨x|p̂|x'⟩⟨x'|ψ⟩dx'  — two insertions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Unitarity of basis change: U†U = Î follows immediately from completeness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6459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⟨φ|Â|ψ⟩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225296"/>
            <a:ext cx="0" cy="292608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280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Î=Σᵢ|eᵢ⟩⟨eᵢ|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66360" y="1517904"/>
            <a:ext cx="1645920" cy="347472"/>
          </a:xfrm>
          <a:prstGeom prst="roundRect">
            <a:avLst>
              <a:gd name="adj" fmla="val 18421"/>
            </a:avLst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5179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⟨φ|eᵢ⟩⟨eᵢ|Â|ψ⟩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865376"/>
            <a:ext cx="0" cy="292608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Î again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2157984"/>
            <a:ext cx="1645920" cy="384048"/>
          </a:xfrm>
          <a:prstGeom prst="roundRect">
            <a:avLst>
              <a:gd name="adj" fmla="val 16667"/>
            </a:avLst>
          </a:prstGeom>
          <a:solidFill>
            <a:srgbClr val="0D1A2A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21579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Σᵢⱼ ⟨φ|eᵢ⟩Aᵢⱼ⟨eⱼ|ψ⟩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66360" y="2633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matrix element sum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78040" y="877824"/>
            <a:ext cx="1737360" cy="34747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877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∫dx |x⟩⟨x|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1225296"/>
            <a:ext cx="0" cy="292608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1517904"/>
            <a:ext cx="1737360" cy="34747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 = ⟨x|ψ⟩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865376"/>
            <a:ext cx="0" cy="292608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2157984"/>
            <a:ext cx="1737360" cy="384048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1579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∫|ψ(x)|² dx =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discrete (left) and continuous (right) forms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ψ(x) = ⟨x|ψ⟩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that the wavefunction is a coefficient in the position-eigenstate expansion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the wavefunction is a coefficient in the position-eigenstate expansion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Insert Î=∫dx|x⟩⟨x| into |ψ⟩: the 'coefficients' are ψ(x)=⟨x|ψ⟩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Position eigenstates |x⟩ satisfy x̂|x⟩=x|x⟩ and ⟨x|x'⟩=δ(x−x')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Momentum eigenstate: ⟨x|p⟩=e^{ipx/ℏ}/√(2πℏ) — a plane wave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Momentum wavefunction: ψ̃(p)=⟨p|ψ⟩=∫⟨p|x⟩ψ(x)dx  — Fourier transform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23560" y="877824"/>
            <a:ext cx="2377440" cy="329184"/>
          </a:xfrm>
          <a:prstGeom prst="roundRect">
            <a:avLst>
              <a:gd name="adj" fmla="val 19444"/>
            </a:avLst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877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 (state)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0" y="1316736"/>
            <a:ext cx="182880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9864" y="1316736"/>
            <a:ext cx="0" cy="292608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609344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0D1A2A"/>
          </a:solidFill>
          <a:ln w="15240">
            <a:solidFill>
              <a:srgbClr val="28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6093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ψ(x)=⟨x|ψ⟩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66360" y="19568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rep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976872" y="1316736"/>
            <a:ext cx="0" cy="292608"/>
          </a:xfrm>
          <a:prstGeom prst="line">
            <a:avLst/>
          </a:prstGeom>
          <a:noFill/>
          <a:ln w="15240">
            <a:solidFill>
              <a:srgbClr val="B57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1609344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0D1A2A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6093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ψ̃(p)=⟨p|ψ⟩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73368" y="19568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rep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183880" y="1316736"/>
            <a:ext cx="0" cy="292608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0376" y="1609344"/>
            <a:ext cx="1143000" cy="310896"/>
          </a:xfrm>
          <a:prstGeom prst="roundRect">
            <a:avLst>
              <a:gd name="adj" fmla="val 20588"/>
            </a:avLst>
          </a:prstGeom>
          <a:solidFill>
            <a:srgbClr val="0D1A2A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0376" y="16093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cₙ=⟨n|ψ⟩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580376" y="19568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basis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249424"/>
            <a:ext cx="3621024" cy="365760"/>
          </a:xfrm>
          <a:prstGeom prst="rect">
            <a:avLst/>
          </a:prstGeom>
          <a:solidFill>
            <a:srgbClr val="0D1A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226771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 = ∫ e^{-ipx/ℏ}/√(2πℏ) · ψ(x) dx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66360" y="265176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 = basis change from |x⟩ to |p⟩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state, three representations — all from inserting identity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 Basis Changes via Fourier Transform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Translate freely between position and momentum representations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freely between position and momentum representations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Forward FT: ψ̃(p) = ∫e^{-ipx/ℏ}/√(2πℏ) ψ(x)dx  (x→p representation)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Inverse FT: ψ(x) = ∫e^{+ipx/ℏ}/√(2πℏ) ψ̃(p)dp  (p→x representation)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FT is unitary: Parseval theorem ∫|ψ(x)|²dx = ∫|ψ̃(p)|²dp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Operators change form: p̂ = −iℏ∂_x in position; x̂ = +iℏ∂_p in momentum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1152144"/>
            <a:ext cx="1463040" cy="822960"/>
          </a:xfrm>
          <a:prstGeom prst="rect">
            <a:avLst/>
          </a:prstGeom>
          <a:solidFill>
            <a:srgbClr val="0D1E1D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152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x-space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6636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x·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66360" y="1792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= -iℏ∂_x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60920" y="1152144"/>
            <a:ext cx="1463040" cy="822960"/>
          </a:xfrm>
          <a:prstGeom prst="rect">
            <a:avLst/>
          </a:prstGeom>
          <a:solidFill>
            <a:srgbClr val="1A0D35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1152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p-space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6092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60920" y="1609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 = p·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60920" y="1792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+iℏ∂_p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02552" y="1380744"/>
            <a:ext cx="585216" cy="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12252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 →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02552" y="1700784"/>
            <a:ext cx="585216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17190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FT⁻¹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2139696"/>
            <a:ext cx="3657600" cy="2743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139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Parseval: ∫|ψ(x)|²dx = ∫|ψ̃(p)|²dp  (unitarity)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 as unitary basis change between x-space and p-space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Manipulate the Dirac Delta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Work rigorously with δ(x) as a distribution, not a function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rigorously with δ(x) as a distribution, not a function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Sifting: ∫δ(x−x₀)f(x)dx = f(x₀)  — the defining property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Fourier representation: δ(x) = ∫e^{ikx}dk/(2π)  — not a pointwise limit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Scaling: δ(ax) = δ(x)/|a|;  δ(f(x)) = Σₖ δ(x−xₖ)/|f'(xₖ)|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Distributional derivative: ∫δ'(x)f(x)dx = −f'(0)  — integration by parts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1371600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22392" y="2070202"/>
            <a:ext cx="164592" cy="14630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2055571"/>
            <a:ext cx="164592" cy="29261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07608" y="1997050"/>
            <a:ext cx="164592" cy="87782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806854"/>
            <a:ext cx="164592" cy="27797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2824" y="1353312"/>
            <a:ext cx="164592" cy="731520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1806854"/>
            <a:ext cx="164592" cy="27797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1997050"/>
            <a:ext cx="164592" cy="87782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0648" y="2055571"/>
            <a:ext cx="164592" cy="29261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63256" y="2070202"/>
            <a:ext cx="164592" cy="14630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2077517"/>
            <a:ext cx="164592" cy="7315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03120"/>
            <a:ext cx="3291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δ(x−x₀)  (schematic)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257800" y="9509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Sifting: ∫δ(x−x₀)f(x)dx = f(x₀)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1188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Fourier: δ(x) = ∫eⁱᵏˣdk/2π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257800" y="1389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Scaling: δ(ax) = δ(x)/|a|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257800" y="15727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function — it is a distribution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δ(x−x₀) as a distributional spike — defined by its sifting action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Î = Σᵢ |eᵢ⟩⟨eᵢ|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completeness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Σᵢ |eᵢ⟩⟨eᵢ|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completeness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 = Σᵢ|eᵢ⟩⟨eᵢ| is the projector onto the full space; inserting it between any two factors changes nothing but exposes 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∫|ψ(x)|²dx = ⟨ψ|Î|ψ⟩ = 1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⟨eᵢ|eⱼ⟩ = δᵢⱼ (orthonormality)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Change of basis: Uᵢⱼ = ⟨eᵢ|fⱼ⟩ unitary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Σᵢ |eᵢ⟩⟨eᵢ|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completeness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 = Σᵢ|eᵢ⟩⟨eᵢ| is the projector onto the full space; inserting it between any two factors changes nothing but exposes structure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Î = ∫dx |x⟩⟨x|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completeness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∫dx |x⟩⟨x|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completeness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 = ∫dx|x⟩⟨x| integrates rank-1 projectors; the integral ranges over all x; produces completeness in position basis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⟨x|x'⟩ = δ(x−x')  (orthonormality)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∫dx|⟨x|ψ⟩|² = 1 (normalization)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⟨φ|ψ⟩ = ∫φ*(x)ψ(x)dx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∫dx |x⟩⟨x|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completeness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 = ∫dx|x⟩⟨x| integrates rank-1 projectors; the integral ranges over all x; produces completeness in position basis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ψ(x) = ⟨x|ψ⟩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as projection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 = ⟨x|ψ⟩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as projection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 = ⟨x|ψ⟩ is the amplitude for finding the particle at x; it is the coefficient of |x⟩ in the position-eigenstate expansion of |ψ⟩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|ψ(x)|² = probability density for position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∫ψ*(x)φ(x)dx = ⟨ψ|φ⟩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Basis independence: any ONB {|eₙ⟩} gives ⟨eₙ|ψ⟩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 = ⟨x|ψ⟩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as projection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 = ⟨x|ψ⟩ is the amplitude for finding the particle at x; it is the coefficient of |x⟩ in the position-eigenstate expansion of |ψ⟩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⟨x|p⟩ = e^{ipx/ℏ}/√(2πℏ)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position-momentum overlap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⟨x|p⟩ = e^{ipx/ℏ}/√(2πℏ)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position-momentum overlap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⟨x|p⟩ = e^{ipx/ℏ}/√(2πℏ) is the plane wave; it is the matrix element of the basis-change unitary from |p⟩ to |x⟩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∫⟨p|x⟩⟨x|p'⟩dx = δ(p−p')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⟨x|p̂|ψ⟩ = −iℏ∂_xψ(x)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Unitarity: ∫|⟨x|p⟩|²dp = 1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⟨x|p⟩ = e^{ipx/ℏ}/√(2πℏ)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position-momentum overlap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⟨x|p⟩ = e^{ipx/ℏ}/√(2πℏ) is the plane wave; it is the matrix element of the basis-change unitary from |p⟩ to |x⟩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ψ̃(p) = ∫ e^{−ipx/ℏ}/√(2πℏ) ψ(x)dx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 = ∫ e^{−ipx/ℏ}/√(2πℏ) ψ(x)dx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ψ̃(p) = ∫e^{-ipx/ℏ}/√(2πℏ)ψ(x)dx is the Fourier transform; it is ψ in the momentum representation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Inverse: ψ(x) = ∫e^{+ipx/ℏ}/√(2πℏ)ψ̃(p)dp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Parseval: ∫|ψ|²dx = ∫|ψ̃|²dp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p̂ in x-rep: multiply ψ̃(p) by p then inverse FT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 = ∫ e^{−ipx/ℏ}/√(2πℏ) ψ(x)dx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ψ̃(p) = ∫e^{-ipx/ℏ}/√(2πℏ)ψ(x)dx is the Fourier transform; it is ψ in the momentum representation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∫δ(x−x₀)f(x)dx = f(x₀)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property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∫δ(x−x₀)f(x)dx = f(x₀)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property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∫δ(x−x₀)f(x)dx = f(x₀) is the defining property of the Dirac delta; it selects the value of f at the point x=x₀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δ(x) ≥ 0 everywhere and ∫δ(x)dx = 1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δ(ax) = δ(x)/|a|  (scaling)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Not a function: defined only inside integrals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∫δ(x−x₀)f(x)dx = f(x₀)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property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∫δ(x−x₀)f(x)dx = f(x₀) is the defining property of the Dirac delta; it selects the value of f at the point x=x₀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resolution of identity and why is it called 'completeness'?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resolution of identity and why is it called 'completeness'?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identity: Σ|eᵢ⟩⟨eᵢ| spans the full Hilbert space; inserting it changes nothing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resolution of identity and why is it called 'completeness'?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identity: Σ|eᵢ⟩⟨eᵢ| spans the full Hilbert space; inserting it changes nothing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⟨x|x'⟩ = δ(x−x') means position eigenstates are normalisable.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⟨x|x'⟩ = δ(x−x') means position eigenstates are normalisable.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⟨x|x'⟩=δ(x−x') is a distribution, not a number; position eigenstates are not L²-normalisable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⟨x|x'⟩ = δ(x−x') means position eigenstates are normalisable.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⟨x|x'⟩=δ(x−x') is a distribution, not a number; position eigenstates are not L²-normalisable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is the Fourier transform a unitary change of basis?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Fourier transform a unitary change of basis?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is unitary: ⟨p|x⟩ plays the role of Uᵢⱼ; unitarity comes from completeness in both bases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Fourier transform a unitary change of basis?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is unitary: ⟨p|x⟩ plays the role of Uᵢⱼ; unitarity comes from completeness in both bases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ψ(x) = ⟨x|ψ⟩ geometrically — what does it mean?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ψ(x) = ⟨x|ψ⟩ geometrically — what does it mean?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ψ(x)=⟨x|ψ⟩ is the inner product with |x⟩; it is the 'coordinate' of |ψ⟩ in the position eigenbasis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ψ(x) = ⟨x|ψ⟩ geometrically — what does it mean?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ψ(x)=⟨x|ψ⟩ is the inner product with |x⟩; it is the 'coordinate' of |ψ⟩ in the position eigenbasis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momentum eigenstate |p⟩ is square-integrable.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momentum eigenstate |p⟩ is square-integrable.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|p⟩ is plane-wave, not square-integrable; it lives in the rigged Hilbert space Φ′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momentum eigenstate |p⟩ is square-integrable.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|p⟩ is plane-wave, not square-integrable; it lives in the rigged Hilbert space Φ′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identity twice to convert ⟨x|Â²|ψ⟩ into position-space integrals.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identity twice to convert ⟨x|Â²|ψ⟩ into position-space integrals.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Î=∫dx|x⟩⟨x| twice: ⟨x|Â²|ψ⟩ = ∫∫A(x,x')A(x',x'')ψ(x'')dx'dx''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identity twice to convert ⟨x|Â²|ψ⟩ into position-space integrals.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Î=∫dx|x⟩⟨x| twice: ⟨x|Â²|ψ⟩ = ∫∫A(x,x')A(x',x'')ψ(x'')dx'dx''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Dirac delta distribution — not a function but a...?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Dirac delta distribution — not a function but a...?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is a distribution: defined by its action ∫δ(x)f(x)dx=f(0), not by pointwise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Dirac delta distribution — not a function but a...?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is a distribution: defined by its action ∫δ(x)f(x)dx=f(0), not by pointwise values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discrete vs. continuous completeness relations. What fundamentally changes?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discrete vs. continuous completeness relations. What fundamentally changes?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Kronecker δᵢⱼ; Continuous: Dirac δ(x−x'); key change is Σ→∫, δᵢⱼ→δ(x−x')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discrete vs. continuous completeness relations. What fundamentally changes?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Kronecker δᵢⱼ; Continuous: Dirac δ(x−x'); key change is Σ→∫, δᵢⱼ→δ(x−x')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same 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Explain: why does a quantum particle not have a definite position?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Describe what ψ(x) means physically in 2-3 sentences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Sketch a Gaussian wavepacket; identify where it is 'mostly' located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δ-function properties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ψ(x) for |ψ⟩=c₁|e₁⟩+c₂|e₂⟩ using ⟨x|eₙ⟩=φₙ(x)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Evaluate the Fourier transform of ψ(x)=e^{-x²/4σ²}/(2πσ²)^{1/4}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 ∫|ψ̃(p)|²dp=1 for the Gaussian using Parseval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matrix elements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Parseval–Plancherel from completeness in both bases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Show p̂ becomes −iℏ∂_x in position representation via insertion of Î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Evaluate ⟨x|p̂²|ψ⟩ by inserting identity twice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on L²(ℝ)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the Fourier transform is a unitary map on L²(ℝ) (Plancherel theorem)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Define generalised eigenvectors rigorously; show |x⟩ ∈ Φ′ (rigged Hilbert)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State the nuclear spectral theorem and explain its role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 theory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Construct the Gel'fand triple Φ ⊂ L²(ℝ) ⊂ Φ′ for the harmonic oscillator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the delta function is a tempered distribution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Discuss frame theory: when is a non-orthogonal continuous basis still complete?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L02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Σᵢ |eᵢ⟩⟨eᵢ|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completeness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∫dx |x⟩⟨x|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completeness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 = ⟨x|ψ⟩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as projection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⟨x|p⟩ = e^{ipx/ℏ}/√(2πℏ)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position-momentum overlap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 = ∫ e^{−ipx/ℏ}/√(2πℏ) ψ(x)dx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∫δ(x−x₀)f(x)dx = f(x₀)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property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Bases: Discrete and Continuous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resolution of identity and why is it called 'completeness'?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⟨x|x'⟩ = δ(x−x') means position eigenstates are normalisable.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is the Fourier transform a unitary change of basis?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ψ(x) = ⟨x|ψ⟩ geometrically — what does it mean?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momentum eigenstate |p⟩ is square-integrable.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Insert identity twice to convert ⟨x|Â²|ψ⟩ into position-space integrals.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the Dirac delta distribution — not a function but a...?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discrete vs. continuous completeness relations. What fundamentally changes?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Bases: Discrete and Continuous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same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δ-function properties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matrix elements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on L²(ℝ)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 theory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and ψ̃(p) for Gaussian and square-well states; evaluate ⟨x|p̂|ψ⟩ via completeness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Fourier transform is unitary on L²; delta-function identities and distributional derivatives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Bases: Discrete and Continuous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L02 (Expanded) — Bases: Discrete and Continuous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