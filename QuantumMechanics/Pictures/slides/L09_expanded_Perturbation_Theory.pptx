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Perturbation Theory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RSPT · Degenerate PT · Variational Principle · Feynman–Hellmann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↔ Formal Dual-Track — Lecture 9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 — Perturbation Theory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Theory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Setup: Ĥ=Ĥ₀+λV̂; perturbative ansatz; non-degenerate case; convergence conditions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RSPT: E_n^{(1)}=⟨n⁰|V̂|n⁰⟩; first-order state correction; second-order energy; breakdown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Degenerate PT: degenerate subspace; block-diagonalise V̂; secular equation; correct zeroth-order states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Feynman–Hellmann theorem; adiabatic theorem (statement); Ritz variational principle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first- and second-order energy corrections in non-degenerate RSPT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first-order state corrections and apply them to matrix elements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degenerate perturbation theory by diagonalising V̂ in the degenerate subspace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Feynman–Hellmann theorem and the Ritz variational principle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 expansion for energies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diagonalisation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Feynman–Hellmann proof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proof sketch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resummation methods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First-order corrections for anharmonic oscillator λx̂⁴; linear and quadratic Stark effect; variational bound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Second-order energy for shifted HO; degenerate PT for n=2 hydrogen; Feynman–Hellmann for HO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L09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First- and Second-Order Energy Corrections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Apply RSPT systematically: match powers of λ in the perturbed TISE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RSPT systematically: match powers of λ in the perturbed TISE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Ansatz: Eₙ=Eₙ^{(0)}+λEₙ^{(1)}+λ²Eₙ^{(2)}+...; |n⟩=|n⁰⟩+λ|n^{(1)}⟩+...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First order [λ¹]: E_n^{(1)} = ⟨n⁰|V̂|n⁰⟩  — expectation value of V̂ in unperturbed state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First-order state: |n^{(1)}⟩ = Σ_{m≠n} ⟨m⁰|V̂|n⁰⟩/(Eₙ⁰−Eₘ⁰) |m⁰⟩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Second order [λ²]: Eₙ^{(2)} = Σ_{m≠n} |⟨m⁰|V̂|n⁰⟩|²/(Eₙ⁰−Eₘ⁰) — always negative for ground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256032"/>
          </a:xfrm>
          <a:prstGeom prst="rect">
            <a:avLst/>
          </a:prstGeom>
          <a:solidFill>
            <a:srgbClr val="0D1B2E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(Ĥ₀+λV̂)(|n⁰⟩+λ|n¹⟩+...) = (Eₙ⁰+λEₙ¹+...)(|n⁰⟩+...)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66360" y="1188720"/>
            <a:ext cx="457200" cy="548640"/>
          </a:xfrm>
          <a:prstGeom prst="rect">
            <a:avLst/>
          </a:prstGeom>
          <a:solidFill>
            <a:srgbClr val="0D1A2A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188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λ⁰: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0136" y="1188720"/>
            <a:ext cx="2121408" cy="274320"/>
          </a:xfrm>
          <a:prstGeom prst="rect">
            <a:avLst/>
          </a:prstGeom>
          <a:solidFill>
            <a:srgbClr val="0D1A2A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78424" y="11887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Ĥ₀|n⁰⟩ = Eₙ⁰|n⁰⟩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660136" y="1463040"/>
            <a:ext cx="2121408" cy="256032"/>
          </a:xfrm>
          <a:prstGeom prst="rect">
            <a:avLst/>
          </a:prstGeom>
          <a:solidFill>
            <a:srgbClr val="00000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78424" y="146304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unperturbed TISE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66360" y="1792224"/>
            <a:ext cx="457200" cy="54864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79222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λ¹: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0136" y="1792224"/>
            <a:ext cx="2121408" cy="274320"/>
          </a:xfrm>
          <a:prstGeom prst="rect">
            <a:avLst/>
          </a:prstGeom>
          <a:solidFill>
            <a:srgbClr val="0D1A2A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78424" y="17922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Ĥ₀|n¹⟩ + V̂|n⁰⟩ = Eₙ⁰|n¹⟩ + Eₙ¹|n⁰⟩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660136" y="2066544"/>
            <a:ext cx="2121408" cy="256032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78424" y="2066544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Eₙ¹=⟨n⁰|V̂|n⁰⟩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166360" y="2395728"/>
            <a:ext cx="457200" cy="54864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3957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λ²: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0136" y="2395728"/>
            <a:ext cx="2121408" cy="274320"/>
          </a:xfrm>
          <a:prstGeom prst="rect">
            <a:avLst/>
          </a:prstGeom>
          <a:solidFill>
            <a:srgbClr val="0D1A2A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78424" y="239572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Ĥ₀|n²⟩ + V̂|n¹⟩ = Eₙ⁰|n²⟩ + Eₙ¹|n¹⟩ + Eₙ²|n⁰⟩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660136" y="2670048"/>
            <a:ext cx="2121408" cy="256032"/>
          </a:xfrm>
          <a:prstGeom prst="rect">
            <a:avLst/>
          </a:prstGeom>
          <a:solidFill>
            <a:srgbClr val="000000"/>
          </a:solidFill>
          <a:ln w="10160">
            <a:solidFill>
              <a:srgbClr val="28A8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78424" y="2670048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Eₙ²=Σ|Vmn|²/ΔE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Order-by-order matching: each power of λ gives one correction equation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Compute First-Order State Corrections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Find |n^{(1)}⟩ by expanding in the unperturbed basis and projecting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|n^{(1)}⟩ by expanding in the unperturbed basis and projecting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Project first-order equation onto ⟨m⁰| (m≠n): ⟨m⁰|V̂|n⁰⟩=(Eₙ⁰−Eₘ⁰)⟨m⁰|n^{(1)}⟩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State correction: |n^{(1)}⟩ = Σ_{m≠n} ⟨m⁰|V̂|n⁰⟩/(Eₙ⁰−Eₘ⁰) |m⁰⟩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Diverges when Eₙ⁰≈Eₘ⁰ — degenerate perturbation theory needed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Physical: V̂ mixes unperturbed states; mixing amplitude ∝ V̂-matrix-element/energy gap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257800" y="1097280"/>
            <a:ext cx="1188720" cy="0"/>
          </a:xfrm>
          <a:prstGeom prst="line">
            <a:avLst/>
          </a:prstGeom>
          <a:noFill/>
          <a:ln w="1524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9692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E₃⁰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257800" y="1645920"/>
            <a:ext cx="1188720" cy="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15179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E₂⁰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57800" y="2194560"/>
            <a:ext cx="1188720" cy="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Eₙ⁰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66360" y="2066544"/>
            <a:ext cx="1280160" cy="256032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57800" y="2743200"/>
            <a:ext cx="1188720" cy="0"/>
          </a:xfrm>
          <a:prstGeom prst="line">
            <a:avLst/>
          </a:prstGeom>
          <a:noFill/>
          <a:ln w="1524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61518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E₁⁰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37960" y="1097280"/>
            <a:ext cx="0" cy="1097280"/>
          </a:xfrm>
          <a:prstGeom prst="line">
            <a:avLst/>
          </a:prstGeom>
          <a:noFill/>
          <a:ln w="15240">
            <a:solidFill>
              <a:srgbClr val="B57BEE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592824" y="1097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⟨m|V̂|n⟩/(Eₙ-Eₘ)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6537960" y="1645920"/>
            <a:ext cx="0" cy="548640"/>
          </a:xfrm>
          <a:prstGeom prst="line">
            <a:avLst/>
          </a:prstGeom>
          <a:noFill/>
          <a:ln w="15240">
            <a:solidFill>
              <a:srgbClr val="28A8A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592824" y="1645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⟨m|V̂|n⟩/(Eₙ-Eₘ)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537960" y="2743200"/>
            <a:ext cx="0" cy="-548640"/>
          </a:xfrm>
          <a:prstGeom prst="line">
            <a:avLst/>
          </a:prstGeom>
          <a:noFill/>
          <a:ln w="15240">
            <a:solidFill>
              <a:srgbClr val="4CC38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6592824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⟨m|V̂|n⟩/(Eₙ-Eₘ)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66360" y="2962656"/>
            <a:ext cx="3474720" cy="27432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962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|n¹⟩ = Σ_{m≠n} V_mn/(E_n-E_m) |m⁰⟩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state: V̂ mixes |n⁰⟩ with all other levels; amplitude ∝ V/ΔE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Handle Degenerate Perturbation Theory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Diagonalise V̂ in the degenerate subspace to find correct zeroth-order states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Diagonalise V̂ in the degenerate subspace to find correct zeroth-order states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Problem: |n^{(1)}⟩ diverges when Eₙ⁰=Eₘ⁰; the 'good' basis must be found first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Step 1: Identify the degenerate subspace D={|n⟩: Ĥ₀|n⟩=E⁰|n⟩}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Step 2: Compute V̂ restricted to D; diagonalise → find correct zeroth-order states |ñ⁰⟩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Step 3: Apply non-degenerate RSPT to {|ñ⁰⟩} — no divergence now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877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Perturbation splits degenerate levels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40680" y="11521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1389888"/>
            <a:ext cx="914400" cy="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1444752"/>
            <a:ext cx="914400" cy="0"/>
          </a:xfrm>
          <a:prstGeom prst="line">
            <a:avLst/>
          </a:prstGeom>
          <a:noFill/>
          <a:ln w="1524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4721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E⁰ (2-fold degenerate)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263640" y="1426464"/>
            <a:ext cx="548640" cy="0"/>
          </a:xfrm>
          <a:prstGeom prst="line">
            <a:avLst/>
          </a:prstGeom>
          <a:noFill/>
          <a:ln w="1524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2801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V̂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03720" y="115214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903720" y="1280160"/>
            <a:ext cx="1645920" cy="0"/>
          </a:xfrm>
          <a:prstGeom prst="line">
            <a:avLst/>
          </a:prstGeom>
          <a:noFill/>
          <a:ln w="15240">
            <a:solidFill>
              <a:srgbClr val="28A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1591056"/>
            <a:ext cx="1645920" cy="0"/>
          </a:xfrm>
          <a:prstGeom prst="line">
            <a:avLst/>
          </a:prstGeom>
          <a:noFill/>
          <a:ln w="1524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2008" y="1152144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E₊=E⁰+E^{(1)}_+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22008" y="1627632"/>
            <a:ext cx="1609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E₋=E⁰+E^{(1)}_-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66360" y="1865376"/>
            <a:ext cx="3474720" cy="29260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1865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Secular equation: det(V̂_D − E^(1)Î) = 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66360" y="2212848"/>
            <a:ext cx="3474720" cy="256032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66360" y="22128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Eigenstates of V̂_D are the 'good' zeroth-order states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PT: diagonalise V̂ in the subspace first, then apply RSPT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Feynman–Hellmann and Ritz Variational Principle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Use Feynman–Hellmann for energy derivatives; Ritz for upper bounds on ground state energy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Feynman–Hellmann for energy derivatives; Ritz for upper bounds on ground state energy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Feynman–Hellmann: ∂Eₙ/∂λ = ⟨n|∂Ĥ/∂λ|n⟩  — exact for any parameter λ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Application: ∂E_HO/∂ω = ⟨T̂⟩+⟨V̂⟩... use this to extract ⟨T̂⟩ and ⟨V̂⟩ separately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Ritz variational principle: E₀ ≤ ⟨φ|Ĥ|φ⟩/⟨φ|φ⟩ for any trial state |φ⟩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Strategy: choose |φ(α)⟩ with parameter α; minimise ⟨Ĥ⟩_α over 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877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Ritz variational method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66360" y="1133856"/>
            <a:ext cx="1115568" cy="310896"/>
          </a:xfrm>
          <a:prstGeom prst="rect">
            <a:avLst/>
          </a:prstGeom>
          <a:solidFill>
            <a:srgbClr val="000000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13385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φ₁(α)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24144" y="1444752"/>
            <a:ext cx="0" cy="21945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133856"/>
            <a:ext cx="1115568" cy="310896"/>
          </a:xfrm>
          <a:prstGeom prst="rect">
            <a:avLst/>
          </a:prstGeom>
          <a:solidFill>
            <a:srgbClr val="000000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113385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φ₂(β)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94576" y="1444752"/>
            <a:ext cx="0" cy="21945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07224" y="1133856"/>
            <a:ext cx="1115568" cy="310896"/>
          </a:xfrm>
          <a:prstGeom prst="rect">
            <a:avLst/>
          </a:prstGeom>
          <a:solidFill>
            <a:srgbClr val="000000"/>
          </a:solidFill>
          <a:ln w="1524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133856"/>
            <a:ext cx="1115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φ₃(γ)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65008" y="1444752"/>
            <a:ext cx="0" cy="21945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66360" y="1664208"/>
            <a:ext cx="3474720" cy="329184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664208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 ⟨φ(α)|Ĥ|φ(α)⟩  for each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03720" y="1993392"/>
            <a:ext cx="0" cy="21945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58584" y="204825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over α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623560" y="2212848"/>
            <a:ext cx="2560320" cy="329184"/>
          </a:xfrm>
          <a:prstGeom prst="rect">
            <a:avLst/>
          </a:prstGeom>
          <a:solidFill>
            <a:srgbClr val="1A0D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21284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E_var ≥ E₀  (Ritz bound)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66360" y="2615184"/>
            <a:ext cx="3474720" cy="256032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2615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F-H: ∂Eₙ/∂λ = ⟨n|∂Ĥ/∂λ|n⟩ (exact)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method: minimize ⟨Ĥ⟩ over trial states → upper bound on E₀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Ĥ = Ĥ₀ + λV̂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splitting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 = Ĥ₀ + λV̂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splitting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Ĥ=Ĥ₀+λV̂ splits into exactly-solved Ĥ₀ and small perturbation λV̂; λ is a formal bookkeeping parameter (often set to 1 at the end); convergence requires |λV̂|≪|ΔE|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λ=0: recover unperturbed solutions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λ=1: physical perturbation fully switched on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Convergence: max|V_mn/ΔE|≪1 required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 = Ĥ₀ + λV̂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splitting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Ĥ=Ĥ₀+λV̂ splits into exactly-solved Ĥ₀ and small perturbation λV̂; λ is a formal bookkeeping parameter (often set to 1 at the end); convergence requires |λV̂|≪|ΔE|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E_n^{(1)} = ⟨n⁰|V̂|n⁰⟩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E_n^{(1)} = ⟨n⁰|V̂|n⁰⟩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E_n^{(1)}=⟨n⁰|V̂|n⁰⟩ is simply the expectation value of the perturbation; physically it is the shift in energy due to the average effect of V̂ in the unperturbed state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 be zero by symmetry (parity selection rule)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H-atom ground state in E-field: linear Stark effect = 0 by parity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 n=2 degenerate states: use degenerate PT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E_n^{(1)} = ⟨n⁰|V̂|n⁰⟩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E_n^{(1)}=⟨n⁰|V̂|n⁰⟩ is simply the expectation value of the perturbation; physically it is the shift in energy due to the average effect of V̂ in the unperturbed state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|n^{(1)}⟩ = Σ_{m≠n} ⟨m⁰|V̂|n⁰⟩/(E_n⁰−E_m⁰) |m⁰⟩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|n^{(1)}⟩ = Σ_{m≠n} ⟨m⁰|V̂|n⁰⟩/(E_n⁰−E_m⁰) |m⁰⟩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|n^{(1)}⟩=Σ_{m≠n}V_mn/(E_n-E_m)|m⁰⟩ mixes in excited states; denominator (energy gap) suppresses mixing; diverges for degenerate levels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Mixing amplitude ∝ V_mn/ΔE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Normalisation: ⟨n⁰|n^{(1)}⟩=0 by convention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Second-order energy uses |n^{(1)}⟩: E^{(2)}=⟨n⁰|V̂|n^{(1)}⟩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|n^{(1)}⟩ = Σ_{m≠n} ⟨m⁰|V̂|n⁰⟩/(E_n⁰−E_m⁰) |m⁰⟩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|n^{(1)}⟩=Σ_{m≠n}V_mn/(E_n-E_m)|m⁰⟩ mixes in excited states; denominator (energy gap) suppresses mixing; diverges for degenerate levels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E_n^{(2)} = Σ_{m≠n} |⟨m⁰|V̂|n⁰⟩|²/(E_n⁰−E_m⁰)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E_n^{(2)} = Σ_{m≠n} |⟨m⁰|V̂|n⁰⟩|²/(E_n⁰−E_m⁰)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E_n^{(2)}=Σ_{m≠n}|V_mn|²/(E_n-E_m); always negative for the ground state (all denominators E₀-E_m&lt;0); physically it is the stabilisation from level repulsion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ground state: E_0^{(2)}&lt;0 always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Diverges near degeneracy: need degenerate PT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E_n^{(2)}=⟨n⁰|V̂|n^{(1)}⟩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E_n^{(2)} = Σ_{m≠n} |⟨m⁰|V̂|n⁰⟩|²/(E_n⁰−E_m⁰)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E_n^{(2)}=Σ_{m≠n}|V_mn|²/(E_n-E_m); always negative for the ground state (all denominators E₀-E_m&lt;0); physically it is the stabilisation from level repulsion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∂E_n/∂λ = ⟨n|∂Ĥ/∂λ|n⟩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Feynman–Hellmann theorem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∂E_n/∂λ = ⟨n|∂Ĥ/∂λ|n⟩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Feynman–Hellmann theorem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∂Eₙ/∂λ=⟨n|∂Ĥ/∂λ|n⟩ is exact for any parameter λ; it allows extraction of expectation values without integrating wavefunctions directly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HO: ∂E/∂ω → extract ⟨T⟩ and ⟨V⟩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H-atom: ∂E/∂Z → extract ⟨1/r⟩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Proof: differentiate ⟨n|Ĥ|n⟩=Eₙ and use ⟨n|n⟩=1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∂E_n/∂λ = ⟨n|∂Ĥ/∂λ|n⟩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Feynman–Hellmann theorem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∂Eₙ/∂λ=⟨n|∂Ĥ/∂λ|n⟩ is exact for any parameter λ; it allows extraction of expectation values without integrating wavefunctions directly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E₀ ≤ ⟨φ|Ĥ|φ⟩/⟨φ|φ⟩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Ritz variational principle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E₀ ≤ ⟨φ|Ĥ|φ⟩/⟨φ|φ⟩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Ritz variational principle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E₀≤⟨φ|Ĥ|φ⟩/⟨φ|φ⟩ for any normalised |φ⟩; equality iff |φ⟩=|E₀⟩; follows from expanding |φ⟩ in eigenstates and using Eₙ≥E₀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Better trial state → tighter bound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Gaussian trial for H-atom: E≥−13.6 eV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Applies only to ground state energy (not excited)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E₀ ≤ ⟨φ|Ĥ|φ⟩/⟨φ|φ⟩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Ritz variational principle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E₀≤⟨φ|Ĥ|φ⟩/⟨φ|φ⟩ for any normalised |φ⟩; equality iff |φ⟩=|E₀⟩; follows from expanding |φ⟩ in eigenstates and using Eₙ≥E₀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expansion parameter λ in RSPT and when is the perturbation series valid?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expansion parameter λ in RSPT and when is the perturbation series valid?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must be small vs. energy gap: max_{m≠n}|⟨m|V̂|n⟩|/|Eₙ-Eₘ|≪1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expansion parameter λ in RSPT and when is the perturbation series valid?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must be small vs. energy gap: max_{m≠n}|⟨m|V̂|n⟩|/|Eₙ-Eₘ|≪1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first-order energy correction is always nonzero. Justify with a counter-example.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first-order energy correction is always nonzero. Justify with a counter-example.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E^{(1)}=⟨n|V̂|n⟩ can be zero by symmetry; e.g. H-atom ground state in E-field (odd parity of r·E)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e.g. H-atom ground state in E-field (odd parity of r·E)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first-order energy correction is always nonzero. Justify with a counter-example.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E^{(1)}=⟨n|V̂|n⟩ can be zero by symmetry; e.g. H-atom ground state in E-field (odd parity of r·E)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degenerate PT require diagonalising V̂ in the degenerate subspace first?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degenerate PT require diagonalising V̂ in the degenerate subspace first?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PT needed when Eₙ=Eₘ for m≠n; non-degenerate formula diverges; must diagonalise V̂ in the subspace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must diagonalise V̂ in the subspace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degenerate PT require diagonalising V̂ in the degenerate subspace first?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PT needed when Eₙ=Eₘ for m≠n; non-degenerate formula diverges; must diagonalise V̂ in the subspace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the Feynman–Hellmann theorem and give one physical application.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Feynman–Hellmann theorem and give one physical application.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F-H: ∂Eₙ/∂λ=⟨n|∂Ĥ/∂λ|n⟩; e.g. for HO ∂E/∂ω=nℏ → extract ⟨T⟩ via ω-derivative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Feynman–Hellmann theorem and give one physical application.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F-H: ∂Eₙ/∂λ=⟨n|∂Ĥ/∂λ|n⟩; e.g. for HO ∂E/∂ω=nℏ → extract ⟨T⟩ via ω-derivative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variational energy is always an overestimate of the ground-state energy.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variational energy is always an overestimate of the ground-state energy.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Ritz bound E₀≤⟨φ|Ĥ|φ⟩; equality iff |φ⟩ is exact ground state; always an overestimate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variational energy is always an overestimate of the ground-state energy.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True: Ritz bound E₀≤⟨φ|Ĥ|φ⟩; equality iff |φ⟩ is exact ground state; always an overestimate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breaks down in non-degenerate PT when two unperturbed levels are nearly degenerate?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down in non-degenerate PT when two unperturbed levels are nearly degenerate?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degeneracy: denominator E_n-E_m→0; perturbative expansion breaks down; degenerate PT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down in non-degenerate PT when two unperturbed levels are nearly degenerate?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degeneracy: denominator E_n-E_m→0; perturbative expansion breaks down; degenerate PT required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secular equation for degenerate PT in a 2-fold degenerate subspace.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secular equation for degenerate PT in a 2-fold degenerate subspace.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Secular equation: det(V̂_D - E^{(1)}Î)=0 where V̂_D is V̂ restricted to degenerate subspace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secular equation for degenerate PT in a 2-fold degenerate subspace.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Secular equation: det(V̂_D - E^{(1)}Î)=0 where V̂_D is V̂ restricted to degenerate subspace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Born–Oppenheimer approximation use the adiabatic theorem?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Born–Oppenheimer approximation use the adiabatic theorem?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Born–Oppenheimer: electrons move on adiabatic potential surface; valid when nuclear motion slow vs. electronic frequencies → adiabatic theorem guarantees no excitation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valid when nuclear motion slow vs. electronic frequencies → adiabatic theorem guarantees no excitation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Born–Oppenheimer approximation use the adiabatic theorem?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Born–Oppenheimer: electrons move on adiabatic potential surface; valid when nuclear motion slow vs. electronic frequencies → adiabatic theorem guarantees no excitation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 expansion for energies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'A small push changes energy levels slightly.' Give a physical example from atomic physics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Describe what the linear Stark effect and quadratic Stark effect mean qualitatively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an energy level diagram and how does a perturbation shift the levels?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diagonalisation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Compute E^{(1)} for a particle in a box with perturbation V̂=V₀sin(πx/L)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the linear Stark effect for hydrogen n=2 by diagonalising V̂ in the 4-fold degenerate subspace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Use the Ritz variational method with a Gaussian trial function for the hydrogen ground state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Feynman–Hellmann proof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the second-order energy formula E^{(2)}=Σ_{m≠n}|V_mn|²/ΔE_mn from the first-order state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that E₀^{(2)}≤0 for the ground state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Apply degenerate PT to H-atom n=2; identify the correct zeroth-order states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proof sketch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the Kato–Rellich theorem for the stability of self-adjointness under perturbation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Born–Oppenheimer approximation using the adiabatic theorem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Discuss the Brillouin–Wigner perturbation theory and its relationship to RSPT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resummation methods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the resolvent R_z=(Ĥ-z)⁻¹ and use it to derive perturbation theory for the spectrum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Discuss the divergence of the perturbation series for anharmonic oscillator (Dyson's argument)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Introduce Borel resummation as a method to extract physical predictions from divergent PT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L09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Ĥ = Ĥ₀ + λV̂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perturbation splitting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E_n^{(1)} = ⟨n⁰|V̂|n⁰⟩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|n^{(1)}⟩ = Σ_{m≠n} ⟨m⁰|V̂|n⁰⟩/(E_n⁰−E_m⁰) |m⁰⟩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E_n^{(2)} = Σ_{m≠n} |⟨m⁰|V̂|n⁰⟩|²/(E_n⁰−E_m⁰)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∂E_n/∂λ = ⟨n|∂Ĥ/∂λ|n⟩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Feynman–Hellmann theorem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E₀ ≤ ⟨φ|Ĥ|φ⟩/⟨φ|φ⟩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Ritz variational principle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L08 — The Dirac (Interaction) Picture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Time-Dependent PT, Open Systems, and Many-Body Preview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Perturbation Theory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expansion parameter λ in RSPT and when is the perturbation series valid?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True/False: The first-order energy correction is always nonzero. Justify with a counter-example.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degenerate PT require diagonalising V̂ in the degenerate subspace first?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State the Feynman–Hellmann theorem and give one physical application.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True/False: The variational energy is always an overestimate of the ground-state energy.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What breaks down in non-degenerate PT when two unperturbed levels are nearly degenerate?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Write the secular equation for degenerate PT in a 2-fold degenerate subspace.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does the Born–Oppenheimer approximation use the adiabatic theorem?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Perturbation Theory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 small push changes energy levels slightly' — first-order PT as quantum Taylor expansion for energies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energy corrections; linear Stark effect for hydrogen n=2 by diagonalisation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energy; convergence conditions; full degenerate PT procedure; Feynman–Hellmann proof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Kato–Rellich theorem; Brillouin–Wigner PT; Born–Oppenheimer; adiabatic theorem proof sketch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Resolvent formalism; Dyson equation for resolvent; divergence of PT series and resummation methods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corrections for anharmonic oscillator λx̂⁴; linear and quadratic Stark effect; variational bound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energy for shifted HO; degenerate PT for n=2 hydrogen; Feynman–Hellmann for HO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Perturbation Theory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L09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L09 (Expanded) — Perturbation Theory</dc:title>
  <dc:subject>Quantum Dynamics</dc:subject>
  <dc:creator>QM Programme</dc:creator>
  <cp:lastModifiedBy>QM Programme</cp:lastModifiedBy>
  <cp:revision>1</cp:revision>
  <dcterms:created xsi:type="dcterms:W3CDTF">2026-05-03T13:04:50Z</dcterms:created>
  <dcterms:modified xsi:type="dcterms:W3CDTF">2026-05-03T13:04:50Z</dcterms:modified>
</cp:coreProperties>
</file>