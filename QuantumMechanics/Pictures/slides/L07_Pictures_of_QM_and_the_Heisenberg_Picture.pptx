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Pictures of QM and the Heisenberg Picture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 · Ehrenfest Theorem · Canonical Quantisation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↔ Algebraic Dual-Track — Lecture 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L07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 of QM and the Heisenberg Picture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min: Picture equivalence — physical predictions are picture-independent; Schrödinger picture reviewed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min: Heisenberg picture: Â_H(t)=Û†ÂÛ; static states; Heisenberg EOM d/dtÂ_H=(i/ℏ)[Ĥ,Â_H]+(∂_tÂ)_H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min: Ehrenfest d⟨x̂⟩/dt=⟨p̂⟩/m; virial theorem; constants of motion [Ĥ,Â]=0⟹dÂ_H/dt=0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Canonical quantisation: Poisson brackets → commutators; Dirac's rule; operator ordering ambiguities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 operators and states between the Schrödinger and Heisenberg pictures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and apply the Heisenberg equation of motion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 and use Ehrenfest's theorem and the virial theorem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Dirac's canonical quantisation rule and identify operator ordering issues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one picture the states move, in the other the clocks move' — active vs. passive view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x̂(t) and p̂(t) for harmonic oscillator; verify Ehrenfest's theorem numerically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Heisenberg EOM; virial theorem proof; solve x̂_H(t) and p̂_H(t) for quadratic 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quantisation rule; Weyl ordering; connection to classical integrability and action-angle variables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QM; Heisenberg picture in C*-algebra language; Moyal bracket and Wigner function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Solve Heisenberg EOM for HO; compute ⟨x̂⟩(t) and ⟨p̂⟩(t); verify Ehrenfest for cubic potential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virial theorem; apply canonical quantisation to a classical system; ordering ambiguities for x̂²p̂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Key Formulas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mathematical results for this lecture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Â_H(t) = Û†(t) Â_S Û(t)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picture operator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dÂ_H/dt = (i/ℏ)[Ĥ,Â_H] + (∂_tÂ)_H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d⟨x̂⟩/dt = ⟨p̂⟩/m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theorem 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d⟨p̂⟩/dt = −⟨∇V⟩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theorem II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{f,g}_PB → [f̂,ĝ]/(iℏ)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Dirac's quantisation rule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2⟨T̂⟩ = ⟨x̂·∇V⟩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virial theorem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L07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Concept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invariant across all pictures of quantum mechanics?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the Heisenberg EOM for x̂_H(t) in a harmonic potential V = ½mω²x².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True/False: The Heisenberg-picture state ket is time-dependent.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State Ehrenfest's theorem and identify when it reduces to Newton's second law.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quantum analogue of a classical constant of motion?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True/False: Canonical quantisation is unique — there is no ordering ambiguity.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Compute x̂_H(t) for a free particle (V=0) using the Heisenberg EOM.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is the virial theorem and in what systems is it most useful?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Pictures of QM and the Heisenberg Picture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one picture the states move, in the other the clocks move' — active vs. passive 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x̂(t) and p̂(t) for harmonic oscillator; verify Ehrenfest's theorem numerically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Heisenberg EOM; virial theorem proof; solve x̂_H(t) and p̂_H(t) for quadratic 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quantisation rule; Weyl ordering; connection to classical integrability and action-angle variables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QM; Heisenberg picture in C*-algebra language; Moyal bracket and Wigner function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Heisenberg EOM for HO; compute ⟨x̂⟩(t) and ⟨p̂⟩(t); verify Ehrenfest for cubic potential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virial theorem; apply canonical quantisation to a classical system; ordering ambiguities for x̂²p̂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Pictures of QM and the Heisenberg Picture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L07 — Pictures of QM and the Heisenberg Picture</dc:title>
  <dc:subject>Quantum Dynamics, Perturbation Theory, and Physical Systems</dc:subject>
  <dc:creator>QM Programme</dc:creator>
  <cp:lastModifiedBy>QM Programme</cp:lastModifiedBy>
  <cp:revision>1</cp:revision>
  <dcterms:created xsi:type="dcterms:W3CDTF">2026-04-26T22:18:20Z</dcterms:created>
  <dcterms:modified xsi:type="dcterms:W3CDTF">2026-04-26T22:18:20Z</dcterms:modified>
</cp:coreProperties>
</file>