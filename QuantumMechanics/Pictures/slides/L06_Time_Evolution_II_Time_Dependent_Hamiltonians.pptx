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Evolution II — Time-Dependent Hamiltonians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Series · Magnus Expansion · Floquet Preview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Mathematical Dual-Track — Lecture 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II — Time-Dependent Hamiltonians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Failure of e^{−iĤt/ℏ} when [Ĥ(t₁),Ĥ(t₂)]≠0; integral equation; iterative solution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Time-ordered exponential T exp(−i/ℏ ∫Ĥdt'); Dyson's T operator; first- and second-order terms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min: Piecewise-constant approximation; product formula; Trotter–Suzuki and quantum simulation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Magnus expansion Ω₁,Ω₂,...; unitarity preservation; convergence radius; driven spin-½; Berry phase preview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the Dyson series for a time-dependent Hamiltonian from the integral equation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the time-ordered exponential and evaluate its first two terms explicitly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why the Magnus expansion preserves unitarity while the Dyson series does not term-by-term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the piecewise-constant approximation to a simple driven system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 spinning top analogy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evolution for a qubit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Ω₂ of Magnus expansion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quantum simulation circuits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geometric phases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first-order Dyson term for oscillating Ĥ; piecewise evolution of a qubit; transition probability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Dyson series from integral equation; prove Ω₁ of Magnus; convergence criterion application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= T exp(−i/ℏ ∫_{t₀}^{t} Ĥ(t')dt')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/ time-ordered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Û^{(1)} = −(i/ℏ) ∫Ĥ(t')dt'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Dyson term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Ω₁(t) = −i/ℏ ∫_{t₀}^{t} Ĥ(t')dt'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Magnus cumulant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Ω₂(t) = −1/2ℏ² ∫∫[Ĥ(t'),Ĥ(t'')]dt'dt''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cumulant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≈ e^{Ω₁+Ω₂+...}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— exactly unitary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Û_Trotter ≈ ∏ₖ e^{−iĤ(tₖ)Δt/ℏ}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Trotter–Suzuki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L06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does e^{−iĤt/ℏ} fail when the Hamiltonian is time-dependent?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the time-ordering operator T do to a product of operators?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True/False: Each term in the Dyson series is individually unitary.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does the Magnus expansion preserve unitarity term-by-term?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physical meaning of the first Magnus cumulant Ω₁?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True/False: The Trotter product formula is exact for all step sizes Δt.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State one physical context where time-dependent Hamiltonians are essential.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 does the Magnus expansion connect to Floquet theory for periodic Ĥ(t)?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II — Time-Dependent Hamiltonians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 spinning top analogy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evolution for a qubit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Ω₂ of Magnus expansion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quantum simulation circuits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geometric phases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first-order Dyson term for oscillating Ĥ; piecewise evolution of a qubit; transition probability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Dyson series from integral equation; prove Ω₁ of Magnus; convergence criterion application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II — Time-Dependent Hamiltonians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L06 — Time Evolution II — Time-Dependent Hamiltonians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