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TDPT, Open Systems, and Many-Body Preview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 · Lindblad Equation · Decoherence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↔ Structural Dual-Track — Lecture 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TDPT, Open Systems, and Many-Body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TDPT: first-order amplitude c_f^{(1)}(t); transition probability |c_f^{(1)}|²; sudden and adiabatic limits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min: Fermi's golden rule: density of states ρ(Eᶠ); Γ_{i→f}=(2π/ℏ)|⟨f|V̂|i⟩|²ρ(Eᶠ); selection rules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Open systems: Lindblad master equation; jump operators L̂_k; decay channels; dephasing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Decoherence and pointer states; many-body preview: two-electron system, exchange, singlet/triplet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Fermi's golden rule from first-order time-dependent perturbation theory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Lindblad master equation and identify the physical role of each term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decoherence as environment-induced suppression of off-diagonal density matrix elements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two-electron spin states (singlet and triplet) and explain their exchange interaction origin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radioactive decay as Fermi's rule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damping) for a qubit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singlet/triplet construction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Born–Markov approximation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entanglement in many-body systems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Γ for atom in oscillating field; simple Lindblad evolution; singlet/triplet state construction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Fermi's golden rule; prove Lindblad trace-preserving; exchange from antisymmetry of 2e wavefunction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c_f^{(1)}(t) = −(i/ℏ)∫_{t₀}^t e^{iω_{fi}t'}⟨f|V̂(t')|i⟩dt'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Γ_{i→f} = (2π/ℏ)|⟨f|V̂|i⟩|²ρ(Eᶠ)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Fermi's golden rule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ρ̂̇ = −(i/ℏ)[Ĥ,ρ̂] + Σ_k(L̂_k ρ̂ L̂_k† − ½{L̂_k†L̂_k, ρ̂})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Lindblad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states: [Ĥ_env, |ptr⟩⟨ptr|] = 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selection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|S=0⟩ = (|↑↓⟩ − |↓↑⟩)/√2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 — antisymmetric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|S=1,M=0⟩ = (|↑↓⟩ + |↓↑⟩)/√2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— symmetric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Example Systems and Physical Effects (Module I.3 finale)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L10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From what approximation does Fermi's golden rule emerge and when is it valid?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Fermi's golden rule applies only when the final state is discrete.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physical role of the jump operators L̂_k in the Lindblad equation?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True/False: The Lindblad equation preserves the trace of the density matrix. Justify.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Explain decoherence in one sentence without using the word 'collapse'.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is the exchange interaction and why does it arise from antisymmetry alone?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True/False: A triplet spin state is symmetric under particle exchange.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a pointer state and why is it selected by the environment?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TDPT, Open Systems, and Many-Body Preview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'Open systems as a leaky box' — energy and information escaping to environment; radioactive decay as Fermi's rule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Γ_{i→f} for constant perturbation; simple Lindblad evolution (amplitude damping) for a qubit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verify Lindblad preserves Tr(ρ̂)=1 and positivity; singlet/triplet construction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GKSL theorem and complete positivity; Kraus representation; spin-boson model; Born–Markov approximation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Nakajima–Zwanzig projection; non-Markovian dynamics; Floquet–Lindblad; entanglement in many-body systems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Γ for atom in oscillating field; simple Lindblad evolution; singlet/triplet state construction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Fermi's golden rule; prove Lindblad trace-preserving; exchange from antisymmetry of 2e wavefunction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TDPT, Open Systems, and Many-Body Preview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L10 — TDPT, Open Systems, and Many-Body Preview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