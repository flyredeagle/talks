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"/>
            <a:ext cx="2926080" cy="29260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45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Ψ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MODULE I.3 — QUANTUM DYNAMICS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Dirac (Interaction) Picture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· Dyson Series in IP · Three-Picture Comparison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↔ Mathematical Dual-Track — Lecture 8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3D3110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4300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103320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7452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D205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2D1850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400E0E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L08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 — Lecture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Dirac (Interaction) Picture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160520" cy="1828800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3941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 min: Motivation: perturbative treatment of V̂(t) using exact Ĥ₀ dynamics; splitting Ĥ = Ĥ₀ + V̂(t)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15–40 min: IP states |ψ_I(t)⟩=e^{iĤ₀t/ℏ}|ψ_S(t)⟩; operators V̂_I(t)=e^{iĤ₀t/ℏ}V̂e^{−iĤ₀t/ℏ}; IP Schrödinger eq.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40–65 min: IP propagator Û_I(t,t₀); Dyson series in IP; perturbative transition amplitudes; Ŝ = Û_I(∞,−∞)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65–90 min: Comparison table of all three pictures: states, operators, EOM, preferred use-cases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25696" y="594360"/>
            <a:ext cx="4572000" cy="1828800"/>
          </a:xfrm>
          <a:prstGeom prst="rect">
            <a:avLst/>
          </a:prstGeom>
          <a:solidFill>
            <a:srgbClr val="0D183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685800"/>
            <a:ext cx="4352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Transform states and operators into and out of the interaction picture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the interaction picture Schrödinger equation from the full equation of motion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the Dyson series in the interaction picture to any desired order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 the S-matrix to the interaction picture propagator and physical scattering amplitudes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2523744"/>
            <a:ext cx="1737360" cy="1097280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'Park the easy part in the operators; let the hard part drive the states' — practical bookkeeping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2523744"/>
            <a:ext cx="1737360" cy="1097280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93392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V̂=λx̂ into IP for HO Ĥ₀; compute first-order Dyson term for simple perturbation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75888" y="2523744"/>
            <a:ext cx="1737360" cy="1097280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transformation procedure; Dyson series to second order; prove equivalence of all three pictures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31536" y="2523744"/>
            <a:ext cx="1737360" cy="1097280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04688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and cross-sections; optical theorem; Lippmann–Schwinger preview; Feynman diagram structure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87184" y="2523744"/>
            <a:ext cx="1737360" cy="1097280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0336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in QFT; adiabatic switching; Gell-Mann–Low theorem; LSZ reduction formula (conceptual)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" y="3694176"/>
            <a:ext cx="8833104" cy="713232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85616"/>
            <a:ext cx="8613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Transform operators/states to IP; compute first-order transition amplitude for harmonic perturbation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Derive IP EOM; prove unitarity of S-matrix; second-order Dyson series for constant perturbation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Overview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 — Key Formulas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mathematical results for this lecture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|ψ_I(t)⟩ = e^{iĤ₀t/ℏ}|ψ_S(t)⟩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state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10912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V̂_I(t) = e^{iĤ₀t/ℏ} V̂ e^{−iĤ₀t/ℏ}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operator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3504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iℏ∂_t|ψ_I⟩ = V̂_I(t)|ψ_I⟩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Schrödinger equation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10912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Û_I = T exp(−i/ℏ ∫V̂_I dt')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10912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propagator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3504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Ŝ = Û_I(∞,−∞)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definition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10912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⟨f|Ŝ|i⟩ = transition amplitude from i to f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64592" y="3483864"/>
            <a:ext cx="8833104" cy="475488"/>
          </a:xfrm>
          <a:prstGeom prst="rect">
            <a:avLst/>
          </a:prstGeom>
          <a:solidFill>
            <a:srgbClr val="1A0F2A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575304"/>
            <a:ext cx="8613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Pictures of QM and the Heisenberg Picture   </a:t>
            </a:r>
            <a:pPr indent="0" marL="0">
              <a:buNone/>
            </a:pPr>
            <a:r>
              <a:rPr lang="en-US" sz="95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Perturbation Theory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L08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Formulas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 — Concept Questions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297680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(1–4)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motivates splitting Ĥ = Ĥ₀ + V̂ in the interaction picture?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True/False: In the interaction picture, both states and operators are time-dependent.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How does the IP Schrödinger equation differ from the full Schrödinger equation?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is the S-matrix physically — what does it encode?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008" y="594360"/>
            <a:ext cx="4361688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(5–8)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45736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True/False: The S-matrix is unitary if probability is conserved.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Compare the three pictures: which quantity is time-dependent in each?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Write the first-order term of the Dyson series in the interaction picture.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What is the connection between the S-matrix and measurable cross-sections?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The Dirac (Interaction) Picture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Concept Qs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 — Five-Tier Pedagogy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content for all levels — HS through PhD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03504"/>
            <a:ext cx="8833104" cy="749808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27632" y="67665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'Park the easy part in the operators; let the hard part drive the states' — practical bookkeeping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389888"/>
            <a:ext cx="8833104" cy="749808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27632" y="14630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V̂=λx̂ into IP for HO Ĥ₀; compute first-order Dyson term for simple perturbation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2176272"/>
            <a:ext cx="8833104" cy="749808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27632" y="22494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transformation procedure; Dyson series to second order; prove equivalence of all three pictures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" y="2962656"/>
            <a:ext cx="8833104" cy="749808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27632" y="30358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and cross-sections; optical theorem; Lippmann–Schwinger preview; Feynman diagram structure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" y="3749040"/>
            <a:ext cx="8833104" cy="749808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27632" y="382219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in QFT; adiabatic switching; Gell-Mann–Low theorem; LSZ reduction formula (conceptual)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" y="4553712"/>
            <a:ext cx="8833104" cy="502920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645152"/>
            <a:ext cx="8613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Set A: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operators/states to IP; compute first-order transition amplitude for harmonic perturbation  |  </a:t>
            </a:r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IP EOM; prove unitarity of S-matrix; second-order Dyson series for constant perturbation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The Dirac (Interaction) Picture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Tier Pedagogy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I.3 · L08 — The Dirac (Interaction) Picture</dc:title>
  <dc:subject>Quantum Dynamics, Perturbation Theory, and Physical Systems</dc:subject>
  <dc:creator>QM Programme</dc:creator>
  <cp:lastModifiedBy>QM Programme</cp:lastModifiedBy>
  <cp:revision>1</cp:revision>
  <dcterms:created xsi:type="dcterms:W3CDTF">2026-04-26T22:18:20Z</dcterms:created>
  <dcterms:modified xsi:type="dcterms:W3CDTF">2026-04-26T22:18:20Z</dcterms:modified>
</cp:coreProperties>
</file>