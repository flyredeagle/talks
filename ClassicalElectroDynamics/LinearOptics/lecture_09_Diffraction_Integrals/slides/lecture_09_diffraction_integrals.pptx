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EF476F">
              <a:alpha val="22000"/>
            </a:srgbClr>
          </a:solidFill>
          <a:ln w="12700">
            <a:solidFill>
              <a:srgbClr val="EF476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EF476F">
              <a:alpha val="18000"/>
            </a:srgbClr>
          </a:solidFill>
          <a:ln w="12700">
            <a:solidFill>
              <a:srgbClr val="EF476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EF476F">
              <a:alpha val="16000"/>
            </a:srgbClr>
          </a:solidFill>
          <a:ln w="12700">
            <a:solidFill>
              <a:srgbClr val="EF476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EF476F">
              <a:alpha val="14000"/>
            </a:srgbClr>
          </a:solidFill>
          <a:ln w="12700">
            <a:solidFill>
              <a:srgbClr val="EF476F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EF476F">
              <a:alpha val="12000"/>
            </a:srgbClr>
          </a:solidFill>
          <a:ln w="12700">
            <a:solidFill>
              <a:srgbClr val="EF476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Diffraction Integrals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→ Kirchhoff → Fresnel → Circular Aperture Rings → Collins Integral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Maxwell's Equations to Scalar Diffraction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Maxwell's equations in a source-free region, the field satisfies the Helmholtz equation. Green's theorem + free-space Green's function yields the Kirchhoff integral: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518" y="1609344"/>
            <a:ext cx="5104965" cy="80467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73" y="2468880"/>
            <a:ext cx="3988254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2186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boundary conditions: field=0 on opaque screen; field=unperturbed incident field in the aperture. This converts the surface integral to an aperture integral — the Huygens-Fresnel principle: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659" y="3776472"/>
            <a:ext cx="3990683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Circular Aperture: Diffraction Rings from the Mathematics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plane wave strikes a flat metal screen with a circular hole of radius a. The Fresnel integral reduces to a Bessel function, giving on-axis oscillations controlled by the Fresnel number N_F: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0"/>
            <a:ext cx="5029200" cy="129844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07792"/>
            <a:ext cx="5029200" cy="86479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5" y="3877056"/>
            <a:ext cx="4360491" cy="74980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484" y="4681728"/>
            <a:ext cx="1962313" cy="34747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532120" y="1024128"/>
            <a:ext cx="32918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5532120" y="1024128"/>
            <a:ext cx="32918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605272" y="103327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5605272" y="1316736"/>
            <a:ext cx="3127248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in the aperture is a secondary Huygens source (Huygens-Kirchhoff)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of each secondary wavelet depends on its distance to the observation point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zones: alternating zones contribute constructive/destructive amplitudes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z: N_F decreases, pattern transitions from Fresnel to Fraunhofer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N_F=1: aperture equals one Fresnel zone — maximum on-axis intensity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plate: block even zones → constructive interference → focus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307" y="4645152"/>
            <a:ext cx="2707178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Collins Integral &amp; Near-to-Far-Field Transition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1257" y="1024128"/>
            <a:ext cx="4201487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Collins integral generalises Fresnel diffraction to any ABCD system — free space, lenses, and resonator passes all use the same kernel with respective ABCD elements.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542032"/>
            <a:ext cx="850392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5603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field (N_F &gt;&gt; 1) 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diffraction. Geometrical shadow with fringes. On-axis intensity oscillates with z.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3017520"/>
            <a:ext cx="8503920" cy="43891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0358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(N_F ~ 1) 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interference structure. Aperture approximately equals beam-waist.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3493008"/>
            <a:ext cx="850392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5112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field (N_F &lt;&lt; 1) 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Fraunhofer diffraction. Pattern = |FT of aperture|². Airy disk for circular aperture.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968496"/>
            <a:ext cx="8503920" cy="43891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8678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generalisation 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(1970): replace λz with λB — covers all paraxial systems.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57" y="4462272"/>
            <a:ext cx="4162286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Diffraction Integrals: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10: diffraction — Kirchhoff, Fresnel, Fraunhofer with worked examples.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 Ch. 8: Fresnel-Kirchhoff diffraction theory — rigorous derivation from Maxwell.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 Ch. 4.3: Fresnel and Fraunhofer diffraction and relation to ABCD.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Goodman, Introduction to Fourier Optics Ch. 3–5: scalar diffraction theory in depth.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 Ch. 9: diffraction from apertures, Babinet's principle, vector theory.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Lalor (1968) J. Opt. Soc. Am 58, 1235: angular spectrum rigorous derivation.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Compute on-axis intensity I(0,z) for circular aperture a=1mm, λ=633nm, z=1mm to 10m. At what distances is I maximum?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blocking every other Fresnel zone (zone plate) creates a focusing element. What is the focal length?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Evaluate the Fresnel diffraction integral numerically for a rectangular slit using the FFT angular-spectrum method. Compare with analytical result.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the Collins integral from Huygens-Fresnel by substituting the ABCD system matrix. What conditions on B make this valid?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Simulate diffraction of a Gaussian beam through an obstacle (Babinet) using angular spectrum method. Compare with Kirchhoff theory.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6: Diffraction Integrals</dc:title>
  <dc:subject>Lecture 6</dc:subject>
  <dc:creator>Linear Optics Course</dc:creator>
  <cp:lastModifiedBy>Linear Optics Course</cp:lastModifiedBy>
  <cp:revision>1</cp:revision>
  <dcterms:created xsi:type="dcterms:W3CDTF">2026-04-18T06:11:00Z</dcterms:created>
  <dcterms:modified xsi:type="dcterms:W3CDTF">2026-04-18T06:11:00Z</dcterms:modified>
</cp:coreProperties>
</file>